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0"/>
  </p:notesMasterIdLst>
  <p:sldIdLst>
    <p:sldId id="256" r:id="rId3"/>
    <p:sldId id="257" r:id="rId4"/>
    <p:sldId id="258" r:id="rId5"/>
    <p:sldId id="259" r:id="rId6"/>
    <p:sldId id="260" r:id="rId7"/>
    <p:sldId id="275" r:id="rId8"/>
    <p:sldId id="271" r:id="rId9"/>
    <p:sldId id="261" r:id="rId10"/>
    <p:sldId id="272" r:id="rId11"/>
    <p:sldId id="277" r:id="rId12"/>
    <p:sldId id="279" r:id="rId13"/>
    <p:sldId id="265" r:id="rId14"/>
    <p:sldId id="266" r:id="rId15"/>
    <p:sldId id="267" r:id="rId16"/>
    <p:sldId id="416" r:id="rId17"/>
    <p:sldId id="340" r:id="rId18"/>
    <p:sldId id="417" r:id="rId19"/>
    <p:sldId id="341" r:id="rId20"/>
    <p:sldId id="418" r:id="rId21"/>
    <p:sldId id="342" r:id="rId22"/>
    <p:sldId id="343" r:id="rId23"/>
    <p:sldId id="338" r:id="rId24"/>
    <p:sldId id="346" r:id="rId25"/>
    <p:sldId id="347" r:id="rId26"/>
    <p:sldId id="349" r:id="rId27"/>
    <p:sldId id="350" r:id="rId28"/>
    <p:sldId id="352" r:id="rId29"/>
    <p:sldId id="353" r:id="rId30"/>
    <p:sldId id="354" r:id="rId31"/>
    <p:sldId id="355" r:id="rId32"/>
    <p:sldId id="356" r:id="rId33"/>
    <p:sldId id="357" r:id="rId34"/>
    <p:sldId id="358" r:id="rId35"/>
    <p:sldId id="359" r:id="rId36"/>
    <p:sldId id="360" r:id="rId37"/>
    <p:sldId id="361" r:id="rId38"/>
    <p:sldId id="362" r:id="rId39"/>
    <p:sldId id="363" r:id="rId40"/>
    <p:sldId id="280" r:id="rId41"/>
    <p:sldId id="366" r:id="rId42"/>
    <p:sldId id="367" r:id="rId43"/>
    <p:sldId id="368" r:id="rId44"/>
    <p:sldId id="369" r:id="rId45"/>
    <p:sldId id="370" r:id="rId46"/>
    <p:sldId id="348" r:id="rId47"/>
    <p:sldId id="371" r:id="rId48"/>
    <p:sldId id="351" r:id="rId49"/>
    <p:sldId id="372" r:id="rId50"/>
    <p:sldId id="373" r:id="rId51"/>
    <p:sldId id="381" r:id="rId52"/>
    <p:sldId id="383" r:id="rId53"/>
    <p:sldId id="382" r:id="rId54"/>
    <p:sldId id="379" r:id="rId55"/>
    <p:sldId id="374" r:id="rId56"/>
    <p:sldId id="375" r:id="rId57"/>
    <p:sldId id="376" r:id="rId58"/>
    <p:sldId id="377" r:id="rId59"/>
    <p:sldId id="378" r:id="rId60"/>
    <p:sldId id="380" r:id="rId61"/>
    <p:sldId id="294" r:id="rId62"/>
    <p:sldId id="390" r:id="rId63"/>
    <p:sldId id="295" r:id="rId64"/>
    <p:sldId id="391" r:id="rId65"/>
    <p:sldId id="296" r:id="rId66"/>
    <p:sldId id="392" r:id="rId67"/>
    <p:sldId id="393" r:id="rId68"/>
    <p:sldId id="394" r:id="rId69"/>
    <p:sldId id="300" r:id="rId70"/>
    <p:sldId id="419" r:id="rId71"/>
    <p:sldId id="420" r:id="rId72"/>
    <p:sldId id="301" r:id="rId73"/>
    <p:sldId id="421" r:id="rId74"/>
    <p:sldId id="422" r:id="rId75"/>
    <p:sldId id="302" r:id="rId76"/>
    <p:sldId id="423" r:id="rId77"/>
    <p:sldId id="424" r:id="rId78"/>
    <p:sldId id="425" r:id="rId79"/>
    <p:sldId id="303" r:id="rId80"/>
    <p:sldId id="384" r:id="rId81"/>
    <p:sldId id="385" r:id="rId82"/>
    <p:sldId id="297" r:id="rId83"/>
    <p:sldId id="298" r:id="rId84"/>
    <p:sldId id="299" r:id="rId85"/>
    <p:sldId id="304" r:id="rId86"/>
    <p:sldId id="305" r:id="rId87"/>
    <p:sldId id="386" r:id="rId88"/>
    <p:sldId id="387" r:id="rId89"/>
    <p:sldId id="388" r:id="rId90"/>
    <p:sldId id="395" r:id="rId91"/>
    <p:sldId id="397" r:id="rId92"/>
    <p:sldId id="398" r:id="rId93"/>
    <p:sldId id="399" r:id="rId94"/>
    <p:sldId id="426" r:id="rId95"/>
    <p:sldId id="400" r:id="rId96"/>
    <p:sldId id="401" r:id="rId97"/>
    <p:sldId id="402" r:id="rId98"/>
    <p:sldId id="403" r:id="rId99"/>
    <p:sldId id="404" r:id="rId100"/>
    <p:sldId id="405" r:id="rId101"/>
    <p:sldId id="406" r:id="rId102"/>
    <p:sldId id="407" r:id="rId103"/>
    <p:sldId id="408" r:id="rId104"/>
    <p:sldId id="409" r:id="rId105"/>
    <p:sldId id="410" r:id="rId106"/>
    <p:sldId id="411" r:id="rId107"/>
    <p:sldId id="414" r:id="rId108"/>
    <p:sldId id="412" r:id="rId109"/>
    <p:sldId id="413" r:id="rId110"/>
    <p:sldId id="427" r:id="rId111"/>
    <p:sldId id="428" r:id="rId112"/>
    <p:sldId id="429" r:id="rId113"/>
    <p:sldId id="430" r:id="rId114"/>
    <p:sldId id="432" r:id="rId115"/>
    <p:sldId id="433" r:id="rId116"/>
    <p:sldId id="434" r:id="rId117"/>
    <p:sldId id="435" r:id="rId118"/>
    <p:sldId id="436" r:id="rId119"/>
    <p:sldId id="437" r:id="rId120"/>
    <p:sldId id="438" r:id="rId121"/>
    <p:sldId id="439" r:id="rId122"/>
    <p:sldId id="440" r:id="rId123"/>
    <p:sldId id="441" r:id="rId124"/>
    <p:sldId id="442" r:id="rId125"/>
    <p:sldId id="444" r:id="rId126"/>
    <p:sldId id="443" r:id="rId127"/>
    <p:sldId id="445" r:id="rId128"/>
    <p:sldId id="446" r:id="rId129"/>
  </p:sldIdLst>
  <p:sldSz cx="9144000" cy="6858000" type="screen4x3"/>
  <p:notesSz cx="6656705" cy="9196705"/>
  <p:defaultTextStyle>
    <a:defPPr>
      <a:defRPr lang="en-US"/>
    </a:defPPr>
    <a:lvl1pPr marL="0" lvl="0"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3200" b="1" i="0" u="none" kern="1200" baseline="0">
        <a:solidFill>
          <a:schemeClr val="bg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FF00"/>
    <a:srgbClr val="D76804"/>
    <a:srgbClr val="CC0000"/>
    <a:srgbClr val="FF6633"/>
    <a:srgbClr val="FF33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96" d="100"/>
          <a:sy n="96" d="100"/>
        </p:scale>
        <p:origin x="1500" y="56"/>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3341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3" Type="http://schemas.openxmlformats.org/officeDocument/2006/relationships/tableStyles" Target="tableStyles.xml"/><Relationship Id="rId132" Type="http://schemas.openxmlformats.org/officeDocument/2006/relationships/viewProps" Target="viewProps.xml"/><Relationship Id="rId131" Type="http://schemas.openxmlformats.org/officeDocument/2006/relationships/presProps" Target="presProps.xml"/><Relationship Id="rId130" Type="http://schemas.openxmlformats.org/officeDocument/2006/relationships/notesMaster" Target="notesMasters/notesMaster1.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image" Target="../media/image37.e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44.emf"/><Relationship Id="rId4" Type="http://schemas.openxmlformats.org/officeDocument/2006/relationships/image" Target="../media/image43.emf"/><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image" Target="../media/image40.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image" Target="../media/image5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60.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image" Target="../media/image63.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67.e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73.emf"/><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image" Target="../media/image70.emf"/></Relationships>
</file>

<file path=ppt/drawings/_rels/vmlDrawing26.vml.rels><?xml version="1.0" encoding="UTF-8" standalone="yes"?>
<Relationships xmlns="http://schemas.openxmlformats.org/package/2006/relationships"><Relationship Id="rId5" Type="http://schemas.openxmlformats.org/officeDocument/2006/relationships/image" Target="../media/image78.emf"/><Relationship Id="rId4" Type="http://schemas.openxmlformats.org/officeDocument/2006/relationships/image" Target="../media/image77.emf"/><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image" Target="../media/image74.e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83.emf"/><Relationship Id="rId4" Type="http://schemas.openxmlformats.org/officeDocument/2006/relationships/image" Target="../media/image82.emf"/><Relationship Id="rId3" Type="http://schemas.openxmlformats.org/officeDocument/2006/relationships/image" Target="../media/image81.emf"/><Relationship Id="rId2" Type="http://schemas.openxmlformats.org/officeDocument/2006/relationships/image" Target="../media/image80.emf"/><Relationship Id="rId1" Type="http://schemas.openxmlformats.org/officeDocument/2006/relationships/image" Target="../media/image79.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84.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5.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86.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image" Target="../media/image87.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image" Target="../media/image89.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image" Target="../media/image91.e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image" Target="../media/image93.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96.emf"/><Relationship Id="rId1" Type="http://schemas.openxmlformats.org/officeDocument/2006/relationships/image" Target="../media/image95.e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98.emf"/><Relationship Id="rId1" Type="http://schemas.openxmlformats.org/officeDocument/2006/relationships/image" Target="../media/image97.e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00.emf"/><Relationship Id="rId1" Type="http://schemas.openxmlformats.org/officeDocument/2006/relationships/image" Target="../media/image99.e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02.emf"/><Relationship Id="rId1" Type="http://schemas.openxmlformats.org/officeDocument/2006/relationships/image" Target="../media/image101.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image" Target="../media/image103.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image" Target="../media/image105.e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image" Target="../media/image107.e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10.emf"/><Relationship Id="rId1" Type="http://schemas.openxmlformats.org/officeDocument/2006/relationships/image" Target="../media/image109.e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12.emf"/><Relationship Id="rId1" Type="http://schemas.openxmlformats.org/officeDocument/2006/relationships/image" Target="../media/image111.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13.e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15.emf"/><Relationship Id="rId1" Type="http://schemas.openxmlformats.org/officeDocument/2006/relationships/image" Target="../media/image114.e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image" Target="../media/image117.emf"/><Relationship Id="rId1" Type="http://schemas.openxmlformats.org/officeDocument/2006/relationships/image" Target="../media/image116.emf"/></Relationships>
</file>

<file path=ppt/drawings/_rels/vmlDrawing47.vml.rels><?xml version="1.0" encoding="UTF-8" standalone="yes"?>
<Relationships xmlns="http://schemas.openxmlformats.org/package/2006/relationships"><Relationship Id="rId4" Type="http://schemas.openxmlformats.org/officeDocument/2006/relationships/image" Target="../media/image122.emf"/><Relationship Id="rId3" Type="http://schemas.openxmlformats.org/officeDocument/2006/relationships/image" Target="../media/image121.emf"/><Relationship Id="rId2" Type="http://schemas.openxmlformats.org/officeDocument/2006/relationships/image" Target="../media/image120.emf"/><Relationship Id="rId1" Type="http://schemas.openxmlformats.org/officeDocument/2006/relationships/image" Target="../media/image119.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24.emf"/><Relationship Id="rId1" Type="http://schemas.openxmlformats.org/officeDocument/2006/relationships/image" Target="../media/image123.e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26.emf"/><Relationship Id="rId1" Type="http://schemas.openxmlformats.org/officeDocument/2006/relationships/image" Target="../media/image125.e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28.emf"/><Relationship Id="rId1" Type="http://schemas.openxmlformats.org/officeDocument/2006/relationships/image" Target="../media/image127.e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30.emf"/><Relationship Id="rId1" Type="http://schemas.openxmlformats.org/officeDocument/2006/relationships/image" Target="../media/image129.e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33.emf"/><Relationship Id="rId2" Type="http://schemas.openxmlformats.org/officeDocument/2006/relationships/image" Target="../media/image132.emf"/><Relationship Id="rId1" Type="http://schemas.openxmlformats.org/officeDocument/2006/relationships/image" Target="../media/image131.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34.emf"/></Relationships>
</file>

<file path=ppt/drawings/_rels/vmlDrawing54.vml.rels><?xml version="1.0" encoding="UTF-8" standalone="yes"?>
<Relationships xmlns="http://schemas.openxmlformats.org/package/2006/relationships"><Relationship Id="rId4" Type="http://schemas.openxmlformats.org/officeDocument/2006/relationships/image" Target="../media/image138.emf"/><Relationship Id="rId3" Type="http://schemas.openxmlformats.org/officeDocument/2006/relationships/image" Target="../media/image137.emf"/><Relationship Id="rId2" Type="http://schemas.openxmlformats.org/officeDocument/2006/relationships/image" Target="../media/image136.emf"/><Relationship Id="rId1" Type="http://schemas.openxmlformats.org/officeDocument/2006/relationships/image" Target="../media/image135.e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140.emf"/><Relationship Id="rId1" Type="http://schemas.openxmlformats.org/officeDocument/2006/relationships/image" Target="../media/image139.e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42.emf"/><Relationship Id="rId1" Type="http://schemas.openxmlformats.org/officeDocument/2006/relationships/image" Target="../media/image141.e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146.emf"/><Relationship Id="rId2" Type="http://schemas.openxmlformats.org/officeDocument/2006/relationships/image" Target="../media/image145.emf"/><Relationship Id="rId1" Type="http://schemas.openxmlformats.org/officeDocument/2006/relationships/image" Target="../media/image144.emf"/></Relationships>
</file>

<file path=ppt/drawings/_rels/vmlDrawing58.vml.rels><?xml version="1.0" encoding="UTF-8" standalone="yes"?>
<Relationships xmlns="http://schemas.openxmlformats.org/package/2006/relationships"><Relationship Id="rId4" Type="http://schemas.openxmlformats.org/officeDocument/2006/relationships/image" Target="../media/image150.emf"/><Relationship Id="rId3" Type="http://schemas.openxmlformats.org/officeDocument/2006/relationships/image" Target="../media/image149.emf"/><Relationship Id="rId2" Type="http://schemas.openxmlformats.org/officeDocument/2006/relationships/image" Target="../media/image148.emf"/><Relationship Id="rId1" Type="http://schemas.openxmlformats.org/officeDocument/2006/relationships/image" Target="../media/image147.emf"/></Relationships>
</file>

<file path=ppt/drawings/_rels/vmlDrawing59.vml.rels><?xml version="1.0" encoding="UTF-8" standalone="yes"?>
<Relationships xmlns="http://schemas.openxmlformats.org/package/2006/relationships"><Relationship Id="rId5" Type="http://schemas.openxmlformats.org/officeDocument/2006/relationships/image" Target="../media/image155.emf"/><Relationship Id="rId4" Type="http://schemas.openxmlformats.org/officeDocument/2006/relationships/image" Target="../media/image154.emf"/><Relationship Id="rId3" Type="http://schemas.openxmlformats.org/officeDocument/2006/relationships/image" Target="../media/image153.emf"/><Relationship Id="rId2" Type="http://schemas.openxmlformats.org/officeDocument/2006/relationships/image" Target="../media/image152.emf"/><Relationship Id="rId1" Type="http://schemas.openxmlformats.org/officeDocument/2006/relationships/image" Target="../media/image151.emf"/></Relationships>
</file>

<file path=ppt/drawings/_rels/vmlDrawing60.vml.rels><?xml version="1.0" encoding="UTF-8" standalone="yes"?>
<Relationships xmlns="http://schemas.openxmlformats.org/package/2006/relationships"><Relationship Id="rId5" Type="http://schemas.openxmlformats.org/officeDocument/2006/relationships/image" Target="../media/image160.emf"/><Relationship Id="rId4" Type="http://schemas.openxmlformats.org/officeDocument/2006/relationships/image" Target="../media/image159.emf"/><Relationship Id="rId3" Type="http://schemas.openxmlformats.org/officeDocument/2006/relationships/image" Target="../media/image158.emf"/><Relationship Id="rId2" Type="http://schemas.openxmlformats.org/officeDocument/2006/relationships/image" Target="../media/image157.emf"/><Relationship Id="rId1" Type="http://schemas.openxmlformats.org/officeDocument/2006/relationships/image" Target="../media/image156.emf"/></Relationships>
</file>

<file path=ppt/drawings/_rels/vmlDrawing61.vml.rels><?xml version="1.0" encoding="UTF-8" standalone="yes"?>
<Relationships xmlns="http://schemas.openxmlformats.org/package/2006/relationships"><Relationship Id="rId4" Type="http://schemas.openxmlformats.org/officeDocument/2006/relationships/image" Target="../media/image164.emf"/><Relationship Id="rId3" Type="http://schemas.openxmlformats.org/officeDocument/2006/relationships/image" Target="../media/image163.emf"/><Relationship Id="rId2" Type="http://schemas.openxmlformats.org/officeDocument/2006/relationships/image" Target="../media/image162.emf"/><Relationship Id="rId1" Type="http://schemas.openxmlformats.org/officeDocument/2006/relationships/image" Target="../media/image161.e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180.emf"/><Relationship Id="rId2" Type="http://schemas.openxmlformats.org/officeDocument/2006/relationships/image" Target="../media/image179.emf"/><Relationship Id="rId1" Type="http://schemas.openxmlformats.org/officeDocument/2006/relationships/image" Target="../media/image178.emf"/></Relationships>
</file>

<file path=ppt/drawings/_rels/vmlDrawing63.vml.rels><?xml version="1.0" encoding="UTF-8" standalone="yes"?>
<Relationships xmlns="http://schemas.openxmlformats.org/package/2006/relationships"><Relationship Id="rId4" Type="http://schemas.openxmlformats.org/officeDocument/2006/relationships/image" Target="../media/image184.emf"/><Relationship Id="rId3" Type="http://schemas.openxmlformats.org/officeDocument/2006/relationships/image" Target="../media/image183.emf"/><Relationship Id="rId2" Type="http://schemas.openxmlformats.org/officeDocument/2006/relationships/image" Target="../media/image182.emf"/><Relationship Id="rId1" Type="http://schemas.openxmlformats.org/officeDocument/2006/relationships/image" Target="../media/image18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1043"/>
          <p:cNvGrpSpPr/>
          <p:nvPr/>
        </p:nvGrpSpPr>
        <p:grpSpPr>
          <a:xfrm>
            <a:off x="0" y="2760663"/>
            <a:ext cx="9151938" cy="4113212"/>
            <a:chOff x="0" y="1739"/>
            <a:chExt cx="5765" cy="2591"/>
          </a:xfrm>
        </p:grpSpPr>
        <p:grpSp>
          <p:nvGrpSpPr>
            <p:cNvPr id="2051" name="Group 1041"/>
            <p:cNvGrpSpPr/>
            <p:nvPr/>
          </p:nvGrpSpPr>
          <p:grpSpPr>
            <a:xfrm>
              <a:off x="0" y="3652"/>
              <a:ext cx="5765" cy="678"/>
              <a:chOff x="0" y="3652"/>
              <a:chExt cx="5765" cy="678"/>
            </a:xfrm>
          </p:grpSpPr>
          <p:sp>
            <p:nvSpPr>
              <p:cNvPr id="26" name="Rectangle 1026"/>
              <p:cNvSpPr>
                <a:spLocks noChangeArrowheads="1"/>
              </p:cNvSpPr>
              <p:nvPr/>
            </p:nvSpPr>
            <p:spPr bwMode="ltGray">
              <a:xfrm>
                <a:off x="0" y="3676"/>
                <a:ext cx="5764" cy="643"/>
              </a:xfrm>
              <a:prstGeom prst="rect">
                <a:avLst/>
              </a:pr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bg1"/>
                    </a:solidFill>
                    <a:latin typeface="Arial" panose="020B0604020202020204" pitchFamily="34" charset="0"/>
                  </a:defRPr>
                </a:lvl1pPr>
                <a:lvl2pPr marL="742950" indent="-285750">
                  <a:defRPr sz="3200" b="1">
                    <a:solidFill>
                      <a:schemeClr val="bg1"/>
                    </a:solidFill>
                    <a:latin typeface="Arial" panose="020B0604020202020204" pitchFamily="34" charset="0"/>
                  </a:defRPr>
                </a:lvl2pPr>
                <a:lvl3pPr marL="1143000" indent="-228600">
                  <a:defRPr sz="3200" b="1">
                    <a:solidFill>
                      <a:schemeClr val="bg1"/>
                    </a:solidFill>
                    <a:latin typeface="Arial" panose="020B0604020202020204" pitchFamily="34" charset="0"/>
                  </a:defRPr>
                </a:lvl3pPr>
                <a:lvl4pPr marL="1600200" indent="-228600">
                  <a:defRPr sz="3200" b="1">
                    <a:solidFill>
                      <a:schemeClr val="bg1"/>
                    </a:solidFill>
                    <a:latin typeface="Arial" panose="020B0604020202020204" pitchFamily="34" charset="0"/>
                  </a:defRPr>
                </a:lvl4pPr>
                <a:lvl5pPr marL="2057400" indent="-228600">
                  <a:defRPr sz="3200" b="1">
                    <a:solidFill>
                      <a:schemeClr val="bg1"/>
                    </a:solidFill>
                    <a:latin typeface="Arial" panose="020B0604020202020204" pitchFamily="34" charset="0"/>
                  </a:defRPr>
                </a:lvl5pPr>
                <a:lvl6pPr marL="2514600" indent="-228600" eaLnBrk="0" fontAlgn="base" hangingPunct="0">
                  <a:spcBef>
                    <a:spcPct val="0"/>
                  </a:spcBef>
                  <a:spcAft>
                    <a:spcPct val="0"/>
                  </a:spcAft>
                  <a:defRPr sz="3200" b="1">
                    <a:solidFill>
                      <a:schemeClr val="bg1"/>
                    </a:solidFill>
                    <a:latin typeface="Arial" panose="020B0604020202020204" pitchFamily="34" charset="0"/>
                  </a:defRPr>
                </a:lvl6pPr>
                <a:lvl7pPr marL="2971800" indent="-228600" eaLnBrk="0" fontAlgn="base" hangingPunct="0">
                  <a:spcBef>
                    <a:spcPct val="0"/>
                  </a:spcBef>
                  <a:spcAft>
                    <a:spcPct val="0"/>
                  </a:spcAft>
                  <a:defRPr sz="3200" b="1">
                    <a:solidFill>
                      <a:schemeClr val="bg1"/>
                    </a:solidFill>
                    <a:latin typeface="Arial" panose="020B0604020202020204" pitchFamily="34" charset="0"/>
                  </a:defRPr>
                </a:lvl7pPr>
                <a:lvl8pPr marL="3429000" indent="-228600" eaLnBrk="0" fontAlgn="base" hangingPunct="0">
                  <a:spcBef>
                    <a:spcPct val="0"/>
                  </a:spcBef>
                  <a:spcAft>
                    <a:spcPct val="0"/>
                  </a:spcAft>
                  <a:defRPr sz="3200" b="1">
                    <a:solidFill>
                      <a:schemeClr val="bg1"/>
                    </a:solidFill>
                    <a:latin typeface="Arial" panose="020B0604020202020204" pitchFamily="34" charset="0"/>
                  </a:defRPr>
                </a:lvl8pPr>
                <a:lvl9pPr marL="3886200" indent="-228600" eaLnBrk="0" fontAlgn="base" hangingPunct="0">
                  <a:spcBef>
                    <a:spcPct val="0"/>
                  </a:spcBef>
                  <a:spcAft>
                    <a:spcPct val="0"/>
                  </a:spcAft>
                  <a:defRPr sz="32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200" b="1"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grpSp>
            <p:nvGrpSpPr>
              <p:cNvPr id="2053" name="Group 1040"/>
              <p:cNvGrpSpPr/>
              <p:nvPr/>
            </p:nvGrpSpPr>
            <p:grpSpPr>
              <a:xfrm>
                <a:off x="0" y="3652"/>
                <a:ext cx="5765" cy="678"/>
                <a:chOff x="0" y="3652"/>
                <a:chExt cx="5765" cy="678"/>
              </a:xfrm>
            </p:grpSpPr>
            <p:sp useBgFill="1">
              <p:nvSpPr>
                <p:cNvPr id="2054" name="Freeform 1027"/>
                <p:cNvSpPr/>
                <p:nvPr/>
              </p:nvSpPr>
              <p:spPr>
                <a:xfrm>
                  <a:off x="0"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55" name="Freeform 1028"/>
                <p:cNvSpPr/>
                <p:nvPr/>
              </p:nvSpPr>
              <p:spPr>
                <a:xfrm>
                  <a:off x="433"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56" name="Freeform 1029"/>
                <p:cNvSpPr/>
                <p:nvPr/>
              </p:nvSpPr>
              <p:spPr>
                <a:xfrm>
                  <a:off x="878"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57" name="Freeform 1030"/>
                <p:cNvSpPr/>
                <p:nvPr/>
              </p:nvSpPr>
              <p:spPr>
                <a:xfrm>
                  <a:off x="1323"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58" name="Freeform 1031"/>
                <p:cNvSpPr/>
                <p:nvPr/>
              </p:nvSpPr>
              <p:spPr>
                <a:xfrm>
                  <a:off x="1768"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59" name="Freeform 1032"/>
                <p:cNvSpPr/>
                <p:nvPr/>
              </p:nvSpPr>
              <p:spPr>
                <a:xfrm>
                  <a:off x="2213"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0" name="Freeform 1033"/>
                <p:cNvSpPr/>
                <p:nvPr/>
              </p:nvSpPr>
              <p:spPr>
                <a:xfrm>
                  <a:off x="2646"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1" name="Freeform 1034"/>
                <p:cNvSpPr/>
                <p:nvPr/>
              </p:nvSpPr>
              <p:spPr>
                <a:xfrm>
                  <a:off x="3090"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2062" name="Freeform 1035"/>
                <p:cNvSpPr/>
                <p:nvPr/>
              </p:nvSpPr>
              <p:spPr>
                <a:xfrm>
                  <a:off x="3547"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2063" name="Freeform 1036"/>
                <p:cNvSpPr/>
                <p:nvPr/>
              </p:nvSpPr>
              <p:spPr>
                <a:xfrm>
                  <a:off x="4004"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2064" name="Freeform 1037"/>
                <p:cNvSpPr/>
                <p:nvPr/>
              </p:nvSpPr>
              <p:spPr>
                <a:xfrm>
                  <a:off x="4473"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2065" name="Freeform 1038"/>
                <p:cNvSpPr/>
                <p:nvPr/>
              </p:nvSpPr>
              <p:spPr>
                <a:xfrm>
                  <a:off x="4930"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6" name="Freeform 1039"/>
                <p:cNvSpPr/>
                <p:nvPr/>
              </p:nvSpPr>
              <p:spPr>
                <a:xfrm>
                  <a:off x="5403" y="3825"/>
                  <a:ext cx="362" cy="505"/>
                </a:xfrm>
                <a:custGeom>
                  <a:avLst/>
                  <a:gdLst/>
                  <a:ahLst/>
                  <a:cxnLst>
                    <a:cxn ang="0">
                      <a:pos x="0" y="504"/>
                    </a:cxn>
                    <a:cxn ang="0">
                      <a:pos x="361" y="0"/>
                    </a:cxn>
                    <a:cxn ang="0">
                      <a:pos x="361" y="122"/>
                    </a:cxn>
                    <a:cxn ang="0">
                      <a:pos x="96" y="504"/>
                    </a:cxn>
                    <a:cxn ang="0">
                      <a:pos x="0" y="504"/>
                    </a:cxn>
                  </a:cxnLst>
                  <a:pathLst>
                    <a:path w="362" h="505">
                      <a:moveTo>
                        <a:pt x="0" y="504"/>
                      </a:moveTo>
                      <a:lnTo>
                        <a:pt x="361" y="0"/>
                      </a:lnTo>
                      <a:lnTo>
                        <a:pt x="361" y="122"/>
                      </a:lnTo>
                      <a:lnTo>
                        <a:pt x="96" y="504"/>
                      </a:lnTo>
                      <a:lnTo>
                        <a:pt x="0" y="504"/>
                      </a:lnTo>
                    </a:path>
                  </a:pathLst>
                </a:custGeom>
                <a:ln w="9525">
                  <a:noFill/>
                </a:ln>
              </p:spPr>
              <p:txBody>
                <a:bodyPr/>
                <a:p>
                  <a:endParaRPr lang="zh-CN" altLang="en-US"/>
                </a:p>
              </p:txBody>
            </p:sp>
          </p:grpSp>
        </p:grpSp>
        <p:sp>
          <p:nvSpPr>
            <p:cNvPr id="2067" name="Freeform 1042"/>
            <p:cNvSpPr/>
            <p:nvPr/>
          </p:nvSpPr>
          <p:spPr>
            <a:xfrm>
              <a:off x="0" y="1739"/>
              <a:ext cx="516" cy="913"/>
            </a:xfrm>
            <a:custGeom>
              <a:avLst/>
              <a:gdLst/>
              <a:ahLst/>
              <a:cxnLst>
                <a:cxn ang="0">
                  <a:pos x="0" y="0"/>
                </a:cxn>
                <a:cxn ang="0">
                  <a:pos x="515" y="0"/>
                </a:cxn>
                <a:cxn ang="0">
                  <a:pos x="0" y="912"/>
                </a:cxn>
                <a:cxn ang="0">
                  <a:pos x="0" y="0"/>
                </a:cxn>
              </a:cxnLst>
              <a:pathLst>
                <a:path w="516" h="913">
                  <a:moveTo>
                    <a:pt x="0" y="0"/>
                  </a:moveTo>
                  <a:lnTo>
                    <a:pt x="515" y="0"/>
                  </a:lnTo>
                  <a:lnTo>
                    <a:pt x="0" y="912"/>
                  </a:lnTo>
                  <a:lnTo>
                    <a:pt x="0" y="0"/>
                  </a:lnTo>
                </a:path>
              </a:pathLst>
            </a:custGeom>
            <a:gradFill rotWithShape="0">
              <a:gsLst>
                <a:gs pos="0">
                  <a:schemeClr val="bg1"/>
                </a:gs>
                <a:gs pos="100000">
                  <a:schemeClr val="accent2"/>
                </a:gs>
              </a:gsLst>
              <a:lin ang="0" scaled="1"/>
              <a:tileRect/>
            </a:gradFill>
            <a:ln w="9525">
              <a:noFill/>
            </a:ln>
          </p:spPr>
          <p:txBody>
            <a:bodyPr/>
            <a:p>
              <a:endParaRPr lang="zh-CN" altLang="en-US"/>
            </a:p>
          </p:txBody>
        </p:sp>
      </p:grpSp>
      <p:sp>
        <p:nvSpPr>
          <p:cNvPr id="3092" name="Rectangle 1044"/>
          <p:cNvSpPr>
            <a:spLocks noGrp="1" noChangeArrowheads="1"/>
          </p:cNvSpPr>
          <p:nvPr>
            <p:ph type="ctrTitle" sz="quarter"/>
          </p:nvPr>
        </p:nvSpPr>
        <p:spPr>
          <a:xfrm>
            <a:off x="685800" y="2286000"/>
            <a:ext cx="7772400" cy="1143000"/>
          </a:xfrm>
        </p:spPr>
        <p:txBody>
          <a:bodyPr/>
          <a:lstStyle>
            <a:lvl1pPr>
              <a:defRPr/>
            </a:lvl1pPr>
          </a:lstStyle>
          <a:p>
            <a:pPr fontAlgn="base"/>
            <a:r>
              <a:rPr lang="en-US" altLang="zh-CN" strike="noStrike" noProof="1"/>
              <a:t>Click to edit Master title style</a:t>
            </a:r>
            <a:endParaRPr lang="en-US" altLang="zh-CN" strike="noStrike" noProof="1"/>
          </a:p>
        </p:txBody>
      </p:sp>
      <p:sp>
        <p:nvSpPr>
          <p:cNvPr id="3093" name="Rectangle 1045"/>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en-US" altLang="zh-CN" strike="noStrike" noProof="1"/>
              <a:t>Click to edit Master subtitle style</a:t>
            </a:r>
            <a:endParaRPr lang="en-US" altLang="zh-CN" strike="noStrike" noProof="1"/>
          </a:p>
        </p:txBody>
      </p:sp>
      <p:sp>
        <p:nvSpPr>
          <p:cNvPr id="41" name="Rectangle 1046"/>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none" lIns="92075" tIns="46038" rIns="92075" bIns="46038" numCol="1" anchor="ctr"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 name="Rectangle 104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none" lIns="92075" tIns="46038" rIns="92075" bIns="46038" numCol="1" anchor="ctr" anchorCtr="0" compatLnSpc="1"/>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 name="Rectangle 1048"/>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none" lIns="92075" tIns="46038" rIns="92075" bIns="46038" numCol="1" anchor="ctr" anchorCtr="0" compatLnSpc="1"/>
          <a:lstStyle>
            <a:lvl1pPr>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B29AABE1-F6C9-408A-BFAC-ED8E61F5725D}"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714500"/>
            <a:ext cx="3810000" cy="4152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714500"/>
            <a:ext cx="3810000" cy="4152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4413" cy="5867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5867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5400000" scaled="1"/>
          <a:tileRect/>
        </a:gradFill>
        <a:effectLst/>
      </p:bgPr>
    </p:bg>
    <p:spTree>
      <p:nvGrpSpPr>
        <p:cNvPr id="1" name=""/>
        <p:cNvGrpSpPr/>
        <p:nvPr/>
      </p:nvGrpSpPr>
      <p:grpSpPr/>
      <p:grpSp>
        <p:nvGrpSpPr>
          <p:cNvPr id="1026" name="Group 17"/>
          <p:cNvGrpSpPr/>
          <p:nvPr/>
        </p:nvGrpSpPr>
        <p:grpSpPr>
          <a:xfrm>
            <a:off x="0" y="5797550"/>
            <a:ext cx="9167813" cy="1076325"/>
            <a:chOff x="0" y="3652"/>
            <a:chExt cx="5775" cy="678"/>
          </a:xfrm>
        </p:grpSpPr>
        <p:sp>
          <p:nvSpPr>
            <p:cNvPr id="1032" name="Rectangle 2"/>
            <p:cNvSpPr>
              <a:spLocks noChangeArrowheads="1"/>
            </p:cNvSpPr>
            <p:nvPr/>
          </p:nvSpPr>
          <p:spPr bwMode="ltGray">
            <a:xfrm>
              <a:off x="0" y="3676"/>
              <a:ext cx="5774" cy="643"/>
            </a:xfrm>
            <a:prstGeom prst="rect">
              <a:avLst/>
            </a:pr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bg1"/>
                  </a:solidFill>
                  <a:latin typeface="Arial" panose="020B0604020202020204" pitchFamily="34" charset="0"/>
                </a:defRPr>
              </a:lvl1pPr>
              <a:lvl2pPr marL="742950" indent="-285750">
                <a:defRPr sz="3200" b="1">
                  <a:solidFill>
                    <a:schemeClr val="bg1"/>
                  </a:solidFill>
                  <a:latin typeface="Arial" panose="020B0604020202020204" pitchFamily="34" charset="0"/>
                </a:defRPr>
              </a:lvl2pPr>
              <a:lvl3pPr marL="1143000" indent="-228600">
                <a:defRPr sz="3200" b="1">
                  <a:solidFill>
                    <a:schemeClr val="bg1"/>
                  </a:solidFill>
                  <a:latin typeface="Arial" panose="020B0604020202020204" pitchFamily="34" charset="0"/>
                </a:defRPr>
              </a:lvl3pPr>
              <a:lvl4pPr marL="1600200" indent="-228600">
                <a:defRPr sz="3200" b="1">
                  <a:solidFill>
                    <a:schemeClr val="bg1"/>
                  </a:solidFill>
                  <a:latin typeface="Arial" panose="020B0604020202020204" pitchFamily="34" charset="0"/>
                </a:defRPr>
              </a:lvl4pPr>
              <a:lvl5pPr marL="2057400" indent="-228600">
                <a:defRPr sz="3200" b="1">
                  <a:solidFill>
                    <a:schemeClr val="bg1"/>
                  </a:solidFill>
                  <a:latin typeface="Arial" panose="020B0604020202020204" pitchFamily="34" charset="0"/>
                </a:defRPr>
              </a:lvl5pPr>
              <a:lvl6pPr marL="2514600" indent="-228600" eaLnBrk="0" fontAlgn="base" hangingPunct="0">
                <a:spcBef>
                  <a:spcPct val="0"/>
                </a:spcBef>
                <a:spcAft>
                  <a:spcPct val="0"/>
                </a:spcAft>
                <a:defRPr sz="3200" b="1">
                  <a:solidFill>
                    <a:schemeClr val="bg1"/>
                  </a:solidFill>
                  <a:latin typeface="Arial" panose="020B0604020202020204" pitchFamily="34" charset="0"/>
                </a:defRPr>
              </a:lvl6pPr>
              <a:lvl7pPr marL="2971800" indent="-228600" eaLnBrk="0" fontAlgn="base" hangingPunct="0">
                <a:spcBef>
                  <a:spcPct val="0"/>
                </a:spcBef>
                <a:spcAft>
                  <a:spcPct val="0"/>
                </a:spcAft>
                <a:defRPr sz="3200" b="1">
                  <a:solidFill>
                    <a:schemeClr val="bg1"/>
                  </a:solidFill>
                  <a:latin typeface="Arial" panose="020B0604020202020204" pitchFamily="34" charset="0"/>
                </a:defRPr>
              </a:lvl7pPr>
              <a:lvl8pPr marL="3429000" indent="-228600" eaLnBrk="0" fontAlgn="base" hangingPunct="0">
                <a:spcBef>
                  <a:spcPct val="0"/>
                </a:spcBef>
                <a:spcAft>
                  <a:spcPct val="0"/>
                </a:spcAft>
                <a:defRPr sz="3200" b="1">
                  <a:solidFill>
                    <a:schemeClr val="bg1"/>
                  </a:solidFill>
                  <a:latin typeface="Arial" panose="020B0604020202020204" pitchFamily="34" charset="0"/>
                </a:defRPr>
              </a:lvl8pPr>
              <a:lvl9pPr marL="3886200" indent="-228600" eaLnBrk="0" fontAlgn="base" hangingPunct="0">
                <a:spcBef>
                  <a:spcPct val="0"/>
                </a:spcBef>
                <a:spcAft>
                  <a:spcPct val="0"/>
                </a:spcAft>
                <a:defRPr sz="32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200" b="1"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grpSp>
          <p:nvGrpSpPr>
            <p:cNvPr id="1028" name="Group 16"/>
            <p:cNvGrpSpPr/>
            <p:nvPr/>
          </p:nvGrpSpPr>
          <p:grpSpPr>
            <a:xfrm>
              <a:off x="0" y="3652"/>
              <a:ext cx="5775" cy="678"/>
              <a:chOff x="0" y="3652"/>
              <a:chExt cx="5775" cy="678"/>
            </a:xfrm>
          </p:grpSpPr>
          <p:sp useBgFill="1">
            <p:nvSpPr>
              <p:cNvPr id="1029" name="Freeform 3"/>
              <p:cNvSpPr/>
              <p:nvPr/>
            </p:nvSpPr>
            <p:spPr>
              <a:xfrm>
                <a:off x="0"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0" name="Freeform 4"/>
              <p:cNvSpPr/>
              <p:nvPr/>
            </p:nvSpPr>
            <p:spPr>
              <a:xfrm>
                <a:off x="434"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1" name="Freeform 5"/>
              <p:cNvSpPr/>
              <p:nvPr/>
            </p:nvSpPr>
            <p:spPr>
              <a:xfrm>
                <a:off x="879" y="3652"/>
                <a:ext cx="580" cy="678"/>
              </a:xfrm>
              <a:custGeom>
                <a:avLst/>
                <a:gdLst/>
                <a:ahLst/>
                <a:cxnLst>
                  <a:cxn ang="0">
                    <a:pos x="0" y="677"/>
                  </a:cxn>
                  <a:cxn ang="0">
                    <a:pos x="482" y="0"/>
                  </a:cxn>
                  <a:cxn ang="0">
                    <a:pos x="579" y="0"/>
                  </a:cxn>
                  <a:cxn ang="0">
                    <a:pos x="96" y="677"/>
                  </a:cxn>
                  <a:cxn ang="0">
                    <a:pos x="0" y="677"/>
                  </a:cxn>
                </a:cxnLst>
                <a:pathLst>
                  <a:path w="580" h="678">
                    <a:moveTo>
                      <a:pt x="0" y="677"/>
                    </a:moveTo>
                    <a:lnTo>
                      <a:pt x="482" y="0"/>
                    </a:lnTo>
                    <a:lnTo>
                      <a:pt x="579" y="0"/>
                    </a:lnTo>
                    <a:lnTo>
                      <a:pt x="96" y="677"/>
                    </a:lnTo>
                    <a:lnTo>
                      <a:pt x="0" y="677"/>
                    </a:lnTo>
                  </a:path>
                </a:pathLst>
              </a:custGeom>
              <a:ln w="9525">
                <a:noFill/>
              </a:ln>
            </p:spPr>
            <p:txBody>
              <a:bodyPr/>
              <a:p>
                <a:endParaRPr lang="zh-CN" altLang="en-US"/>
              </a:p>
            </p:txBody>
          </p:sp>
          <p:sp useBgFill="1">
            <p:nvSpPr>
              <p:cNvPr id="2" name="Freeform 6"/>
              <p:cNvSpPr/>
              <p:nvPr/>
            </p:nvSpPr>
            <p:spPr>
              <a:xfrm>
                <a:off x="1325"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3" name="Freeform 7"/>
              <p:cNvSpPr/>
              <p:nvPr/>
            </p:nvSpPr>
            <p:spPr>
              <a:xfrm>
                <a:off x="1771"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4" name="Freeform 8"/>
              <p:cNvSpPr/>
              <p:nvPr/>
            </p:nvSpPr>
            <p:spPr>
              <a:xfrm>
                <a:off x="2216" y="3652"/>
                <a:ext cx="580" cy="678"/>
              </a:xfrm>
              <a:custGeom>
                <a:avLst/>
                <a:gdLst/>
                <a:ahLst/>
                <a:cxnLst>
                  <a:cxn ang="0">
                    <a:pos x="0" y="677"/>
                  </a:cxn>
                  <a:cxn ang="0">
                    <a:pos x="482" y="0"/>
                  </a:cxn>
                  <a:cxn ang="0">
                    <a:pos x="579" y="0"/>
                  </a:cxn>
                  <a:cxn ang="0">
                    <a:pos x="96" y="677"/>
                  </a:cxn>
                  <a:cxn ang="0">
                    <a:pos x="0" y="677"/>
                  </a:cxn>
                </a:cxnLst>
                <a:pathLst>
                  <a:path w="580" h="678">
                    <a:moveTo>
                      <a:pt x="0" y="677"/>
                    </a:moveTo>
                    <a:lnTo>
                      <a:pt x="482" y="0"/>
                    </a:lnTo>
                    <a:lnTo>
                      <a:pt x="579" y="0"/>
                    </a:lnTo>
                    <a:lnTo>
                      <a:pt x="96" y="677"/>
                    </a:lnTo>
                    <a:lnTo>
                      <a:pt x="0" y="677"/>
                    </a:lnTo>
                  </a:path>
                </a:pathLst>
              </a:custGeom>
              <a:ln w="9525">
                <a:noFill/>
              </a:ln>
            </p:spPr>
            <p:txBody>
              <a:bodyPr/>
              <a:p>
                <a:endParaRPr lang="zh-CN" altLang="en-US"/>
              </a:p>
            </p:txBody>
          </p:sp>
          <p:sp useBgFill="1">
            <p:nvSpPr>
              <p:cNvPr id="1035" name="Freeform 9"/>
              <p:cNvSpPr/>
              <p:nvPr/>
            </p:nvSpPr>
            <p:spPr>
              <a:xfrm>
                <a:off x="2650"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6" name="Freeform 10"/>
              <p:cNvSpPr/>
              <p:nvPr/>
            </p:nvSpPr>
            <p:spPr>
              <a:xfrm>
                <a:off x="3096"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7" name="Freeform 11"/>
              <p:cNvSpPr/>
              <p:nvPr/>
            </p:nvSpPr>
            <p:spPr>
              <a:xfrm>
                <a:off x="3554"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8" name="Freeform 12"/>
              <p:cNvSpPr/>
              <p:nvPr/>
            </p:nvSpPr>
            <p:spPr>
              <a:xfrm>
                <a:off x="4011"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9" name="Freeform 13"/>
              <p:cNvSpPr/>
              <p:nvPr/>
            </p:nvSpPr>
            <p:spPr>
              <a:xfrm>
                <a:off x="4481"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40" name="Freeform 14"/>
              <p:cNvSpPr/>
              <p:nvPr/>
            </p:nvSpPr>
            <p:spPr>
              <a:xfrm>
                <a:off x="4939"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41" name="Freeform 15"/>
              <p:cNvSpPr/>
              <p:nvPr/>
            </p:nvSpPr>
            <p:spPr>
              <a:xfrm>
                <a:off x="5413" y="3825"/>
                <a:ext cx="362" cy="505"/>
              </a:xfrm>
              <a:custGeom>
                <a:avLst/>
                <a:gdLst/>
                <a:ahLst/>
                <a:cxnLst>
                  <a:cxn ang="0">
                    <a:pos x="0" y="504"/>
                  </a:cxn>
                  <a:cxn ang="0">
                    <a:pos x="361" y="0"/>
                  </a:cxn>
                  <a:cxn ang="0">
                    <a:pos x="361" y="122"/>
                  </a:cxn>
                  <a:cxn ang="0">
                    <a:pos x="96" y="504"/>
                  </a:cxn>
                  <a:cxn ang="0">
                    <a:pos x="0" y="504"/>
                  </a:cxn>
                </a:cxnLst>
                <a:pathLst>
                  <a:path w="362" h="505">
                    <a:moveTo>
                      <a:pt x="0" y="504"/>
                    </a:moveTo>
                    <a:lnTo>
                      <a:pt x="361" y="0"/>
                    </a:lnTo>
                    <a:lnTo>
                      <a:pt x="361" y="122"/>
                    </a:lnTo>
                    <a:lnTo>
                      <a:pt x="96" y="504"/>
                    </a:lnTo>
                    <a:lnTo>
                      <a:pt x="0" y="504"/>
                    </a:lnTo>
                  </a:path>
                </a:pathLst>
              </a:custGeom>
              <a:ln w="9525">
                <a:noFill/>
              </a:ln>
            </p:spPr>
            <p:txBody>
              <a:bodyPr/>
              <a:p>
                <a:endParaRPr lang="zh-CN" altLang="en-US"/>
              </a:p>
            </p:txBody>
          </p:sp>
        </p:grpSp>
      </p:grpSp>
      <p:sp>
        <p:nvSpPr>
          <p:cNvPr id="1042" name="Rectangle 18"/>
          <p:cNvSpPr>
            <a:spLocks noGrp="1"/>
          </p:cNvSpPr>
          <p:nvPr>
            <p:ph type="title"/>
          </p:nvPr>
        </p:nvSpPr>
        <p:spPr>
          <a:xfrm>
            <a:off x="0" y="0"/>
            <a:ext cx="9142413" cy="12192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43" name="Rectangle 19"/>
          <p:cNvSpPr>
            <a:spLocks noGrp="1"/>
          </p:cNvSpPr>
          <p:nvPr>
            <p:ph type="body"/>
          </p:nvPr>
        </p:nvSpPr>
        <p:spPr>
          <a:xfrm>
            <a:off x="685800" y="1714500"/>
            <a:ext cx="7772400" cy="4152900"/>
          </a:xfrm>
          <a:prstGeom prst="rect">
            <a:avLst/>
          </a:prstGeom>
          <a:noFill/>
          <a:ln w="9525">
            <a:noFill/>
          </a:ln>
        </p:spPr>
        <p:txBody>
          <a:bodyPr lIns="92075" tIns="46038" rIns="92075" bIns="46038" anchor="t" anchorCtr="0"/>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3" name="Rectangle 20"/>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none" lIns="92075" tIns="46038" rIns="92075" bIns="46038" numCol="1" anchor="ctr" anchorCtr="0" compatLnSpc="1"/>
          <a:lstStyle>
            <a:lvl1pPr>
              <a:defRPr sz="14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21"/>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none" lIns="92075" tIns="46038" rIns="92075" bIns="46038" numCol="1" anchor="ctr" anchorCtr="0" compatLnSpc="1"/>
          <a:lstStyle>
            <a:lvl1pPr algn="ctr">
              <a:defRPr sz="1400" b="0">
                <a:solidFill>
                  <a:schemeClr val="tx1"/>
                </a:solidFill>
                <a:latin typeface="Arial" panose="020B0604020202020204" pitchFamily="34" charset="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Rectangle 22"/>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r">
              <a:defRPr sz="1400" b="0" smtClean="0">
                <a:solidFill>
                  <a:schemeClr val="tx1"/>
                </a:solidFill>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2A8E1FB1-458A-4402-816C-BDE11BC077CE}"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a:defRPr>
      </a:lvl2pPr>
      <a:lvl3pPr algn="ctr" rtl="0" eaLnBrk="0" fontAlgn="base" hangingPunct="0">
        <a:spcBef>
          <a:spcPct val="0"/>
        </a:spcBef>
        <a:spcAft>
          <a:spcPct val="0"/>
        </a:spcAft>
        <a:defRPr sz="4400">
          <a:solidFill>
            <a:schemeClr val="tx2"/>
          </a:solidFill>
          <a:latin typeface="Times New Roman" panose="02020603050405020304"/>
        </a:defRPr>
      </a:lvl3pPr>
      <a:lvl4pPr algn="ctr" rtl="0" eaLnBrk="0" fontAlgn="base" hangingPunct="0">
        <a:spcBef>
          <a:spcPct val="0"/>
        </a:spcBef>
        <a:spcAft>
          <a:spcPct val="0"/>
        </a:spcAft>
        <a:defRPr sz="4400">
          <a:solidFill>
            <a:schemeClr val="tx2"/>
          </a:solidFill>
          <a:latin typeface="Times New Roman" panose="02020603050405020304"/>
        </a:defRPr>
      </a:lvl4pPr>
      <a:lvl5pPr algn="ctr" rtl="0" eaLnBrk="0" fontAlgn="base" hangingPunct="0">
        <a:spcBef>
          <a:spcPct val="0"/>
        </a:spcBef>
        <a:spcAft>
          <a:spcPct val="0"/>
        </a:spcAft>
        <a:defRPr sz="4400">
          <a:solidFill>
            <a:schemeClr val="tx2"/>
          </a:solidFill>
          <a:latin typeface="Times New Roman" panose="02020603050405020304"/>
        </a:defRPr>
      </a:lvl5pPr>
      <a:lvl6pPr marL="457200" algn="ctr" rtl="0" eaLnBrk="0" fontAlgn="base" hangingPunct="0">
        <a:spcBef>
          <a:spcPct val="0"/>
        </a:spcBef>
        <a:spcAft>
          <a:spcPct val="0"/>
        </a:spcAft>
        <a:defRPr sz="4400">
          <a:solidFill>
            <a:schemeClr val="tx2"/>
          </a:solidFill>
          <a:latin typeface="Times New Roman" panose="02020603050405020304"/>
        </a:defRPr>
      </a:lvl6pPr>
      <a:lvl7pPr marL="914400" algn="ctr" rtl="0" eaLnBrk="0" fontAlgn="base" hangingPunct="0">
        <a:spcBef>
          <a:spcPct val="0"/>
        </a:spcBef>
        <a:spcAft>
          <a:spcPct val="0"/>
        </a:spcAft>
        <a:defRPr sz="4400">
          <a:solidFill>
            <a:schemeClr val="tx2"/>
          </a:solidFill>
          <a:latin typeface="Times New Roman" panose="02020603050405020304"/>
        </a:defRPr>
      </a:lvl7pPr>
      <a:lvl8pPr marL="1371600" algn="ctr" rtl="0" eaLnBrk="0" fontAlgn="base" hangingPunct="0">
        <a:spcBef>
          <a:spcPct val="0"/>
        </a:spcBef>
        <a:spcAft>
          <a:spcPct val="0"/>
        </a:spcAft>
        <a:defRPr sz="4400">
          <a:solidFill>
            <a:schemeClr val="tx2"/>
          </a:solidFill>
          <a:latin typeface="Times New Roman" panose="02020603050405020304"/>
        </a:defRPr>
      </a:lvl8pPr>
      <a:lvl9pPr marL="1828800" algn="ctr" rtl="0" eaLnBrk="0" fontAlgn="base" hangingPunct="0">
        <a:spcBef>
          <a:spcPct val="0"/>
        </a:spcBef>
        <a:spcAft>
          <a:spcPct val="0"/>
        </a:spcAft>
        <a:defRPr sz="4400">
          <a:solidFill>
            <a:schemeClr val="tx2"/>
          </a:solidFill>
          <a:latin typeface="Times New Roman" panose="02020603050405020304"/>
        </a:defRPr>
      </a:lvl9pPr>
    </p:titleStyle>
    <p:body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n"/>
        <a:defRPr sz="2000">
          <a:solidFill>
            <a:schemeClr val="tx1"/>
          </a:solidFill>
          <a:latin typeface="+mn-lt"/>
        </a:defRPr>
      </a:lvl5pPr>
      <a:lvl6pPr marL="2514600" indent="-228600" algn="l" rtl="0" eaLnBrk="0" fontAlgn="base" hangingPunct="0">
        <a:spcBef>
          <a:spcPct val="20000"/>
        </a:spcBef>
        <a:spcAft>
          <a:spcPct val="0"/>
        </a:spcAft>
        <a:buClr>
          <a:schemeClr val="tx1"/>
        </a:buClr>
        <a:buFont typeface="Wingdings" panose="05000000000000000000"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chemeClr val="tx1"/>
        </a:buClr>
        <a:buFont typeface="Wingdings" panose="05000000000000000000"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chemeClr val="tx1"/>
        </a:buClr>
        <a:buFont typeface="Wingdings" panose="05000000000000000000"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chemeClr val="tx1"/>
        </a:buClr>
        <a:buFont typeface="Wingdings" panose="05000000000000000000"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3.emf"/><Relationship Id="rId1"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6.emf"/><Relationship Id="rId3" Type="http://schemas.openxmlformats.org/officeDocument/2006/relationships/oleObject" Target="../embeddings/oleObject6.bin"/><Relationship Id="rId2" Type="http://schemas.openxmlformats.org/officeDocument/2006/relationships/image" Target="../media/image5.emf"/><Relationship Id="rId1"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6.xml"/><Relationship Id="rId3" Type="http://schemas.openxmlformats.org/officeDocument/2006/relationships/image" Target="../media/image29.wmf"/><Relationship Id="rId2" Type="http://schemas.openxmlformats.org/officeDocument/2006/relationships/oleObject" Target="../embeddings/oleObject8.bin"/><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oleObject" Target="../embeddings/oleObject11.bin"/><Relationship Id="rId4" Type="http://schemas.openxmlformats.org/officeDocument/2006/relationships/image" Target="../media/image31.emf"/><Relationship Id="rId3" Type="http://schemas.openxmlformats.org/officeDocument/2006/relationships/oleObject" Target="../embeddings/oleObject10.bin"/><Relationship Id="rId2" Type="http://schemas.openxmlformats.org/officeDocument/2006/relationships/image" Target="../media/image30.emf"/><Relationship Id="rId1" Type="http://schemas.openxmlformats.org/officeDocument/2006/relationships/oleObject" Target="../embeddings/oleObject9.bin"/></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6.xml"/><Relationship Id="rId3" Type="http://schemas.openxmlformats.org/officeDocument/2006/relationships/image" Target="../media/image34.emf"/><Relationship Id="rId2" Type="http://schemas.openxmlformats.org/officeDocument/2006/relationships/oleObject" Target="../embeddings/oleObject12.bin"/><Relationship Id="rId1" Type="http://schemas.openxmlformats.org/officeDocument/2006/relationships/image" Target="../media/image33.wmf"/></Relationships>
</file>

<file path=ppt/slides/_rels/slide41.xml.rels><?xml version="1.0" encoding="UTF-8" standalone="yes"?>
<Relationships xmlns="http://schemas.openxmlformats.org/package/2006/relationships"><Relationship Id="rId7" Type="http://schemas.openxmlformats.org/officeDocument/2006/relationships/vmlDrawing" Target="../drawings/vmlDrawing10.vml"/><Relationship Id="rId6" Type="http://schemas.openxmlformats.org/officeDocument/2006/relationships/slideLayout" Target="../slideLayouts/slideLayout6.xml"/><Relationship Id="rId5" Type="http://schemas.openxmlformats.org/officeDocument/2006/relationships/image" Target="../media/image36.emf"/><Relationship Id="rId4" Type="http://schemas.openxmlformats.org/officeDocument/2006/relationships/oleObject" Target="../embeddings/oleObject14.bin"/><Relationship Id="rId3" Type="http://schemas.openxmlformats.org/officeDocument/2006/relationships/image" Target="../media/image35.emf"/><Relationship Id="rId2" Type="http://schemas.openxmlformats.org/officeDocument/2006/relationships/oleObject" Target="../embeddings/oleObject13.bin"/><Relationship Id="rId1" Type="http://schemas.openxmlformats.org/officeDocument/2006/relationships/image" Target="../media/image33.wmf"/></Relationships>
</file>

<file path=ppt/slides/_rels/slide42.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6.xml"/><Relationship Id="rId7" Type="http://schemas.openxmlformats.org/officeDocument/2006/relationships/image" Target="../media/image39.emf"/><Relationship Id="rId6" Type="http://schemas.openxmlformats.org/officeDocument/2006/relationships/oleObject" Target="../embeddings/oleObject17.bin"/><Relationship Id="rId5" Type="http://schemas.openxmlformats.org/officeDocument/2006/relationships/image" Target="../media/image38.emf"/><Relationship Id="rId4" Type="http://schemas.openxmlformats.org/officeDocument/2006/relationships/oleObject" Target="../embeddings/oleObject16.bin"/><Relationship Id="rId3" Type="http://schemas.openxmlformats.org/officeDocument/2006/relationships/image" Target="../media/image37.emf"/><Relationship Id="rId2" Type="http://schemas.openxmlformats.org/officeDocument/2006/relationships/oleObject" Target="../embeddings/oleObject15.bin"/><Relationship Id="rId1" Type="http://schemas.openxmlformats.org/officeDocument/2006/relationships/image" Target="../media/image33.wmf"/></Relationships>
</file>

<file path=ppt/slides/_rels/slide43.xml.rels><?xml version="1.0" encoding="UTF-8" standalone="yes"?>
<Relationships xmlns="http://schemas.openxmlformats.org/package/2006/relationships"><Relationship Id="rId9" Type="http://schemas.openxmlformats.org/officeDocument/2006/relationships/image" Target="../media/image43.emf"/><Relationship Id="rId8" Type="http://schemas.openxmlformats.org/officeDocument/2006/relationships/oleObject" Target="../embeddings/oleObject21.bin"/><Relationship Id="rId7" Type="http://schemas.openxmlformats.org/officeDocument/2006/relationships/image" Target="../media/image42.emf"/><Relationship Id="rId6" Type="http://schemas.openxmlformats.org/officeDocument/2006/relationships/oleObject" Target="../embeddings/oleObject20.bin"/><Relationship Id="rId5" Type="http://schemas.openxmlformats.org/officeDocument/2006/relationships/image" Target="../media/image41.emf"/><Relationship Id="rId4" Type="http://schemas.openxmlformats.org/officeDocument/2006/relationships/oleObject" Target="../embeddings/oleObject19.bin"/><Relationship Id="rId3" Type="http://schemas.openxmlformats.org/officeDocument/2006/relationships/image" Target="../media/image40.emf"/><Relationship Id="rId2" Type="http://schemas.openxmlformats.org/officeDocument/2006/relationships/oleObject" Target="../embeddings/oleObject18.bin"/><Relationship Id="rId13" Type="http://schemas.openxmlformats.org/officeDocument/2006/relationships/vmlDrawing" Target="../drawings/vmlDrawing12.vml"/><Relationship Id="rId12" Type="http://schemas.openxmlformats.org/officeDocument/2006/relationships/slideLayout" Target="../slideLayouts/slideLayout6.xml"/><Relationship Id="rId11" Type="http://schemas.openxmlformats.org/officeDocument/2006/relationships/image" Target="../media/image44.emf"/><Relationship Id="rId10" Type="http://schemas.openxmlformats.org/officeDocument/2006/relationships/oleObject" Target="../embeddings/oleObject22.bin"/><Relationship Id="rId1" Type="http://schemas.openxmlformats.org/officeDocument/2006/relationships/image" Target="../media/image33.wmf"/></Relationships>
</file>

<file path=ppt/slides/_rels/slide44.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2.xml"/><Relationship Id="rId6" Type="http://schemas.openxmlformats.org/officeDocument/2006/relationships/image" Target="../media/image47.emf"/><Relationship Id="rId5" Type="http://schemas.openxmlformats.org/officeDocument/2006/relationships/oleObject" Target="../embeddings/oleObject25.bin"/><Relationship Id="rId4" Type="http://schemas.openxmlformats.org/officeDocument/2006/relationships/image" Target="../media/image46.emf"/><Relationship Id="rId3" Type="http://schemas.openxmlformats.org/officeDocument/2006/relationships/oleObject" Target="../embeddings/oleObject24.bin"/><Relationship Id="rId2" Type="http://schemas.openxmlformats.org/officeDocument/2006/relationships/image" Target="../media/image45.emf"/><Relationship Id="rId1" Type="http://schemas.openxmlformats.org/officeDocument/2006/relationships/oleObject" Target="../embeddings/oleObject23.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6.xml"/><Relationship Id="rId2" Type="http://schemas.openxmlformats.org/officeDocument/2006/relationships/image" Target="../media/image48.emf"/><Relationship Id="rId1" Type="http://schemas.openxmlformats.org/officeDocument/2006/relationships/oleObject" Target="../embeddings/oleObject26.bin"/></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51.emf"/><Relationship Id="rId5" Type="http://schemas.openxmlformats.org/officeDocument/2006/relationships/oleObject" Target="../embeddings/oleObject29.bin"/><Relationship Id="rId4" Type="http://schemas.openxmlformats.org/officeDocument/2006/relationships/image" Target="../media/image50.emf"/><Relationship Id="rId3" Type="http://schemas.openxmlformats.org/officeDocument/2006/relationships/oleObject" Target="../embeddings/oleObject28.bin"/><Relationship Id="rId2" Type="http://schemas.openxmlformats.org/officeDocument/2006/relationships/image" Target="../media/image49.emf"/><Relationship Id="rId1" Type="http://schemas.openxmlformats.org/officeDocument/2006/relationships/oleObject" Target="../embeddings/oleObject27.bin"/></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6.xml"/><Relationship Id="rId2" Type="http://schemas.openxmlformats.org/officeDocument/2006/relationships/image" Target="../media/image52.emf"/><Relationship Id="rId1" Type="http://schemas.openxmlformats.org/officeDocument/2006/relationships/oleObject" Target="../embeddings/oleObject30.bin"/></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54.emf"/><Relationship Id="rId3" Type="http://schemas.openxmlformats.org/officeDocument/2006/relationships/oleObject" Target="../embeddings/oleObject32.bin"/><Relationship Id="rId2" Type="http://schemas.openxmlformats.org/officeDocument/2006/relationships/image" Target="../media/image53.emf"/><Relationship Id="rId1" Type="http://schemas.openxmlformats.org/officeDocument/2006/relationships/oleObject" Target="../embeddings/oleObject31.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6.xml"/><Relationship Id="rId2" Type="http://schemas.openxmlformats.org/officeDocument/2006/relationships/image" Target="../media/image55.emf"/><Relationship Id="rId1" Type="http://schemas.openxmlformats.org/officeDocument/2006/relationships/oleObject" Target="../embeddings/oleObject33.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6.xml"/><Relationship Id="rId4" Type="http://schemas.openxmlformats.org/officeDocument/2006/relationships/image" Target="../media/image57.emf"/><Relationship Id="rId3" Type="http://schemas.openxmlformats.org/officeDocument/2006/relationships/oleObject" Target="../embeddings/oleObject35.bin"/><Relationship Id="rId2" Type="http://schemas.openxmlformats.org/officeDocument/2006/relationships/image" Target="../media/image56.emf"/><Relationship Id="rId1" Type="http://schemas.openxmlformats.org/officeDocument/2006/relationships/oleObject" Target="../embeddings/oleObject34.bin"/></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6.xml"/><Relationship Id="rId4" Type="http://schemas.openxmlformats.org/officeDocument/2006/relationships/image" Target="../media/image59.emf"/><Relationship Id="rId3" Type="http://schemas.openxmlformats.org/officeDocument/2006/relationships/oleObject" Target="../embeddings/oleObject37.bin"/><Relationship Id="rId2" Type="http://schemas.openxmlformats.org/officeDocument/2006/relationships/image" Target="../media/image58.emf"/><Relationship Id="rId1" Type="http://schemas.openxmlformats.org/officeDocument/2006/relationships/oleObject" Target="../embeddings/oleObject36.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6.xml"/><Relationship Id="rId6" Type="http://schemas.openxmlformats.org/officeDocument/2006/relationships/image" Target="../media/image62.emf"/><Relationship Id="rId5" Type="http://schemas.openxmlformats.org/officeDocument/2006/relationships/oleObject" Target="../embeddings/oleObject40.bin"/><Relationship Id="rId4" Type="http://schemas.openxmlformats.org/officeDocument/2006/relationships/image" Target="../media/image61.emf"/><Relationship Id="rId3" Type="http://schemas.openxmlformats.org/officeDocument/2006/relationships/oleObject" Target="../embeddings/oleObject39.bin"/><Relationship Id="rId2" Type="http://schemas.openxmlformats.org/officeDocument/2006/relationships/image" Target="../media/image60.emf"/><Relationship Id="rId1" Type="http://schemas.openxmlformats.org/officeDocument/2006/relationships/oleObject" Target="../embeddings/oleObject38.bin"/></Relationships>
</file>

<file path=ppt/slides/_rels/slide53.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6.xml"/><Relationship Id="rId6" Type="http://schemas.openxmlformats.org/officeDocument/2006/relationships/image" Target="../media/image65.emf"/><Relationship Id="rId5" Type="http://schemas.openxmlformats.org/officeDocument/2006/relationships/oleObject" Target="../embeddings/oleObject43.bin"/><Relationship Id="rId4" Type="http://schemas.openxmlformats.org/officeDocument/2006/relationships/image" Target="../media/image64.emf"/><Relationship Id="rId3" Type="http://schemas.openxmlformats.org/officeDocument/2006/relationships/oleObject" Target="../embeddings/oleObject42.bin"/><Relationship Id="rId2" Type="http://schemas.openxmlformats.org/officeDocument/2006/relationships/image" Target="../media/image63.emf"/><Relationship Id="rId1" Type="http://schemas.openxmlformats.org/officeDocument/2006/relationships/oleObject" Target="../embeddings/oleObject41.bin"/></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66.emf"/><Relationship Id="rId1" Type="http://schemas.openxmlformats.org/officeDocument/2006/relationships/oleObject" Target="../embeddings/oleObject44.bin"/></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6.xml"/><Relationship Id="rId6" Type="http://schemas.openxmlformats.org/officeDocument/2006/relationships/image" Target="../media/image69.emf"/><Relationship Id="rId5" Type="http://schemas.openxmlformats.org/officeDocument/2006/relationships/oleObject" Target="../embeddings/oleObject47.bin"/><Relationship Id="rId4" Type="http://schemas.openxmlformats.org/officeDocument/2006/relationships/image" Target="../media/image68.emf"/><Relationship Id="rId3" Type="http://schemas.openxmlformats.org/officeDocument/2006/relationships/oleObject" Target="../embeddings/oleObject46.bin"/><Relationship Id="rId2" Type="http://schemas.openxmlformats.org/officeDocument/2006/relationships/image" Target="../media/image67.emf"/><Relationship Id="rId1" Type="http://schemas.openxmlformats.org/officeDocument/2006/relationships/oleObject" Target="../embeddings/oleObject45.bin"/></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73.emf"/><Relationship Id="rId7" Type="http://schemas.openxmlformats.org/officeDocument/2006/relationships/oleObject" Target="../embeddings/oleObject51.bin"/><Relationship Id="rId6" Type="http://schemas.openxmlformats.org/officeDocument/2006/relationships/image" Target="../media/image72.emf"/><Relationship Id="rId5" Type="http://schemas.openxmlformats.org/officeDocument/2006/relationships/oleObject" Target="../embeddings/oleObject50.bin"/><Relationship Id="rId4" Type="http://schemas.openxmlformats.org/officeDocument/2006/relationships/image" Target="../media/image71.emf"/><Relationship Id="rId3" Type="http://schemas.openxmlformats.org/officeDocument/2006/relationships/oleObject" Target="../embeddings/oleObject49.bin"/><Relationship Id="rId2" Type="http://schemas.openxmlformats.org/officeDocument/2006/relationships/image" Target="../media/image70.emf"/><Relationship Id="rId10" Type="http://schemas.openxmlformats.org/officeDocument/2006/relationships/vmlDrawing" Target="../drawings/vmlDrawing25.vml"/><Relationship Id="rId1" Type="http://schemas.openxmlformats.org/officeDocument/2006/relationships/oleObject" Target="../embeddings/oleObject48.bin"/></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77.emf"/><Relationship Id="rId7" Type="http://schemas.openxmlformats.org/officeDocument/2006/relationships/oleObject" Target="../embeddings/oleObject55.bin"/><Relationship Id="rId6" Type="http://schemas.openxmlformats.org/officeDocument/2006/relationships/image" Target="../media/image76.emf"/><Relationship Id="rId5" Type="http://schemas.openxmlformats.org/officeDocument/2006/relationships/oleObject" Target="../embeddings/oleObject54.bin"/><Relationship Id="rId4" Type="http://schemas.openxmlformats.org/officeDocument/2006/relationships/image" Target="../media/image75.emf"/><Relationship Id="rId3" Type="http://schemas.openxmlformats.org/officeDocument/2006/relationships/oleObject" Target="../embeddings/oleObject53.bin"/><Relationship Id="rId2" Type="http://schemas.openxmlformats.org/officeDocument/2006/relationships/image" Target="../media/image74.emf"/><Relationship Id="rId12" Type="http://schemas.openxmlformats.org/officeDocument/2006/relationships/vmlDrawing" Target="../drawings/vmlDrawing26.vml"/><Relationship Id="rId11" Type="http://schemas.openxmlformats.org/officeDocument/2006/relationships/slideLayout" Target="../slideLayouts/slideLayout6.xml"/><Relationship Id="rId10" Type="http://schemas.openxmlformats.org/officeDocument/2006/relationships/image" Target="../media/image78.emf"/><Relationship Id="rId1" Type="http://schemas.openxmlformats.org/officeDocument/2006/relationships/oleObject" Target="../embeddings/oleObject52.bin"/></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image" Target="../media/image82.emf"/><Relationship Id="rId7" Type="http://schemas.openxmlformats.org/officeDocument/2006/relationships/oleObject" Target="../embeddings/oleObject60.bin"/><Relationship Id="rId6" Type="http://schemas.openxmlformats.org/officeDocument/2006/relationships/image" Target="../media/image81.emf"/><Relationship Id="rId5" Type="http://schemas.openxmlformats.org/officeDocument/2006/relationships/oleObject" Target="../embeddings/oleObject59.bin"/><Relationship Id="rId4" Type="http://schemas.openxmlformats.org/officeDocument/2006/relationships/image" Target="../media/image80.emf"/><Relationship Id="rId3" Type="http://schemas.openxmlformats.org/officeDocument/2006/relationships/oleObject" Target="../embeddings/oleObject58.bin"/><Relationship Id="rId2" Type="http://schemas.openxmlformats.org/officeDocument/2006/relationships/image" Target="../media/image79.emf"/><Relationship Id="rId12" Type="http://schemas.openxmlformats.org/officeDocument/2006/relationships/vmlDrawing" Target="../drawings/vmlDrawing27.vml"/><Relationship Id="rId11" Type="http://schemas.openxmlformats.org/officeDocument/2006/relationships/slideLayout" Target="../slideLayouts/slideLayout6.xml"/><Relationship Id="rId10" Type="http://schemas.openxmlformats.org/officeDocument/2006/relationships/image" Target="../media/image83.emf"/><Relationship Id="rId1" Type="http://schemas.openxmlformats.org/officeDocument/2006/relationships/oleObject" Target="../embeddings/oleObject57.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6.xml"/><Relationship Id="rId2" Type="http://schemas.openxmlformats.org/officeDocument/2006/relationships/image" Target="../media/image84.emf"/><Relationship Id="rId1" Type="http://schemas.openxmlformats.org/officeDocument/2006/relationships/oleObject" Target="../embeddings/oleObject62.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6.xml"/><Relationship Id="rId2" Type="http://schemas.openxmlformats.org/officeDocument/2006/relationships/image" Target="../media/image85.emf"/><Relationship Id="rId1" Type="http://schemas.openxmlformats.org/officeDocument/2006/relationships/oleObject" Target="../embeddings/oleObject63.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30.vml"/><Relationship Id="rId3" Type="http://schemas.openxmlformats.org/officeDocument/2006/relationships/slideLayout" Target="../slideLayouts/slideLayout6.xml"/><Relationship Id="rId2" Type="http://schemas.openxmlformats.org/officeDocument/2006/relationships/image" Target="../media/image86.emf"/><Relationship Id="rId1" Type="http://schemas.openxmlformats.org/officeDocument/2006/relationships/oleObject" Target="../embeddings/oleObject64.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31.vml"/><Relationship Id="rId5" Type="http://schemas.openxmlformats.org/officeDocument/2006/relationships/slideLayout" Target="../slideLayouts/slideLayout6.xml"/><Relationship Id="rId4" Type="http://schemas.openxmlformats.org/officeDocument/2006/relationships/image" Target="../media/image88.emf"/><Relationship Id="rId3" Type="http://schemas.openxmlformats.org/officeDocument/2006/relationships/oleObject" Target="../embeddings/oleObject66.bin"/><Relationship Id="rId2" Type="http://schemas.openxmlformats.org/officeDocument/2006/relationships/image" Target="../media/image87.emf"/><Relationship Id="rId1" Type="http://schemas.openxmlformats.org/officeDocument/2006/relationships/oleObject" Target="../embeddings/oleObject65.bin"/></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32.vml"/><Relationship Id="rId5" Type="http://schemas.openxmlformats.org/officeDocument/2006/relationships/slideLayout" Target="../slideLayouts/slideLayout6.xml"/><Relationship Id="rId4" Type="http://schemas.openxmlformats.org/officeDocument/2006/relationships/image" Target="../media/image90.emf"/><Relationship Id="rId3" Type="http://schemas.openxmlformats.org/officeDocument/2006/relationships/oleObject" Target="../embeddings/oleObject68.bin"/><Relationship Id="rId2" Type="http://schemas.openxmlformats.org/officeDocument/2006/relationships/image" Target="../media/image89.emf"/><Relationship Id="rId1" Type="http://schemas.openxmlformats.org/officeDocument/2006/relationships/oleObject" Target="../embeddings/oleObject67.bin"/></Relationships>
</file>

<file path=ppt/slides/_rels/slide70.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6.xml"/><Relationship Id="rId4" Type="http://schemas.openxmlformats.org/officeDocument/2006/relationships/image" Target="../media/image92.emf"/><Relationship Id="rId3" Type="http://schemas.openxmlformats.org/officeDocument/2006/relationships/oleObject" Target="../embeddings/oleObject70.bin"/><Relationship Id="rId2" Type="http://schemas.openxmlformats.org/officeDocument/2006/relationships/image" Target="../media/image91.emf"/><Relationship Id="rId1" Type="http://schemas.openxmlformats.org/officeDocument/2006/relationships/oleObject" Target="../embeddings/oleObject69.bin"/></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34.vml"/><Relationship Id="rId5" Type="http://schemas.openxmlformats.org/officeDocument/2006/relationships/slideLayout" Target="../slideLayouts/slideLayout6.xml"/><Relationship Id="rId4" Type="http://schemas.openxmlformats.org/officeDocument/2006/relationships/image" Target="../media/image94.emf"/><Relationship Id="rId3" Type="http://schemas.openxmlformats.org/officeDocument/2006/relationships/oleObject" Target="../embeddings/oleObject72.bin"/><Relationship Id="rId2" Type="http://schemas.openxmlformats.org/officeDocument/2006/relationships/image" Target="../media/image93.emf"/><Relationship Id="rId1" Type="http://schemas.openxmlformats.org/officeDocument/2006/relationships/oleObject" Target="../embeddings/oleObject71.bin"/></Relationships>
</file>

<file path=ppt/slides/_rels/slide72.xml.rels><?xml version="1.0" encoding="UTF-8" standalone="yes"?>
<Relationships xmlns="http://schemas.openxmlformats.org/package/2006/relationships"><Relationship Id="rId6" Type="http://schemas.openxmlformats.org/officeDocument/2006/relationships/vmlDrawing" Target="../drawings/vmlDrawing35.vml"/><Relationship Id="rId5" Type="http://schemas.openxmlformats.org/officeDocument/2006/relationships/slideLayout" Target="../slideLayouts/slideLayout6.xml"/><Relationship Id="rId4" Type="http://schemas.openxmlformats.org/officeDocument/2006/relationships/image" Target="../media/image96.emf"/><Relationship Id="rId3" Type="http://schemas.openxmlformats.org/officeDocument/2006/relationships/oleObject" Target="../embeddings/oleObject74.bin"/><Relationship Id="rId2" Type="http://schemas.openxmlformats.org/officeDocument/2006/relationships/image" Target="../media/image95.emf"/><Relationship Id="rId1" Type="http://schemas.openxmlformats.org/officeDocument/2006/relationships/oleObject" Target="../embeddings/oleObject73.bin"/></Relationships>
</file>

<file path=ppt/slides/_rels/slide73.xml.rels><?xml version="1.0" encoding="UTF-8" standalone="yes"?>
<Relationships xmlns="http://schemas.openxmlformats.org/package/2006/relationships"><Relationship Id="rId6" Type="http://schemas.openxmlformats.org/officeDocument/2006/relationships/vmlDrawing" Target="../drawings/vmlDrawing36.vml"/><Relationship Id="rId5" Type="http://schemas.openxmlformats.org/officeDocument/2006/relationships/slideLayout" Target="../slideLayouts/slideLayout6.xml"/><Relationship Id="rId4" Type="http://schemas.openxmlformats.org/officeDocument/2006/relationships/image" Target="../media/image98.emf"/><Relationship Id="rId3" Type="http://schemas.openxmlformats.org/officeDocument/2006/relationships/oleObject" Target="../embeddings/oleObject76.bin"/><Relationship Id="rId2" Type="http://schemas.openxmlformats.org/officeDocument/2006/relationships/image" Target="../media/image97.emf"/><Relationship Id="rId1" Type="http://schemas.openxmlformats.org/officeDocument/2006/relationships/oleObject" Target="../embeddings/oleObject75.bin"/></Relationships>
</file>

<file path=ppt/slides/_rels/slide74.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6.xml"/><Relationship Id="rId4" Type="http://schemas.openxmlformats.org/officeDocument/2006/relationships/image" Target="../media/image100.emf"/><Relationship Id="rId3" Type="http://schemas.openxmlformats.org/officeDocument/2006/relationships/oleObject" Target="../embeddings/oleObject78.bin"/><Relationship Id="rId2" Type="http://schemas.openxmlformats.org/officeDocument/2006/relationships/image" Target="../media/image99.emf"/><Relationship Id="rId1" Type="http://schemas.openxmlformats.org/officeDocument/2006/relationships/oleObject" Target="../embeddings/oleObject77.bin"/></Relationships>
</file>

<file path=ppt/slides/_rels/slide75.xml.rels><?xml version="1.0" encoding="UTF-8" standalone="yes"?>
<Relationships xmlns="http://schemas.openxmlformats.org/package/2006/relationships"><Relationship Id="rId6" Type="http://schemas.openxmlformats.org/officeDocument/2006/relationships/vmlDrawing" Target="../drawings/vmlDrawing38.vml"/><Relationship Id="rId5" Type="http://schemas.openxmlformats.org/officeDocument/2006/relationships/slideLayout" Target="../slideLayouts/slideLayout6.xml"/><Relationship Id="rId4" Type="http://schemas.openxmlformats.org/officeDocument/2006/relationships/image" Target="../media/image102.emf"/><Relationship Id="rId3" Type="http://schemas.openxmlformats.org/officeDocument/2006/relationships/oleObject" Target="../embeddings/oleObject80.bin"/><Relationship Id="rId2" Type="http://schemas.openxmlformats.org/officeDocument/2006/relationships/image" Target="../media/image101.emf"/><Relationship Id="rId1" Type="http://schemas.openxmlformats.org/officeDocument/2006/relationships/oleObject" Target="../embeddings/oleObject79.bin"/></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39.vml"/><Relationship Id="rId5" Type="http://schemas.openxmlformats.org/officeDocument/2006/relationships/slideLayout" Target="../slideLayouts/slideLayout6.xml"/><Relationship Id="rId4" Type="http://schemas.openxmlformats.org/officeDocument/2006/relationships/image" Target="../media/image104.emf"/><Relationship Id="rId3" Type="http://schemas.openxmlformats.org/officeDocument/2006/relationships/oleObject" Target="../embeddings/oleObject82.bin"/><Relationship Id="rId2" Type="http://schemas.openxmlformats.org/officeDocument/2006/relationships/image" Target="../media/image103.emf"/><Relationship Id="rId1" Type="http://schemas.openxmlformats.org/officeDocument/2006/relationships/oleObject" Target="../embeddings/oleObject81.bin"/></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6.xml"/><Relationship Id="rId4" Type="http://schemas.openxmlformats.org/officeDocument/2006/relationships/image" Target="../media/image106.emf"/><Relationship Id="rId3" Type="http://schemas.openxmlformats.org/officeDocument/2006/relationships/oleObject" Target="../embeddings/oleObject84.bin"/><Relationship Id="rId2" Type="http://schemas.openxmlformats.org/officeDocument/2006/relationships/image" Target="../media/image105.emf"/><Relationship Id="rId1" Type="http://schemas.openxmlformats.org/officeDocument/2006/relationships/oleObject" Target="../embeddings/oleObject83.bin"/></Relationships>
</file>

<file path=ppt/slides/_rels/slide78.xml.rels><?xml version="1.0" encoding="UTF-8" standalone="yes"?>
<Relationships xmlns="http://schemas.openxmlformats.org/package/2006/relationships"><Relationship Id="rId6" Type="http://schemas.openxmlformats.org/officeDocument/2006/relationships/vmlDrawing" Target="../drawings/vmlDrawing41.vml"/><Relationship Id="rId5" Type="http://schemas.openxmlformats.org/officeDocument/2006/relationships/slideLayout" Target="../slideLayouts/slideLayout6.xml"/><Relationship Id="rId4" Type="http://schemas.openxmlformats.org/officeDocument/2006/relationships/image" Target="../media/image108.emf"/><Relationship Id="rId3" Type="http://schemas.openxmlformats.org/officeDocument/2006/relationships/oleObject" Target="../embeddings/oleObject86.bin"/><Relationship Id="rId2" Type="http://schemas.openxmlformats.org/officeDocument/2006/relationships/image" Target="../media/image107.emf"/><Relationship Id="rId1" Type="http://schemas.openxmlformats.org/officeDocument/2006/relationships/oleObject" Target="../embeddings/oleObject85.bin"/></Relationships>
</file>

<file path=ppt/slides/_rels/slide79.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6.xml"/><Relationship Id="rId4" Type="http://schemas.openxmlformats.org/officeDocument/2006/relationships/image" Target="../media/image110.emf"/><Relationship Id="rId3" Type="http://schemas.openxmlformats.org/officeDocument/2006/relationships/oleObject" Target="../embeddings/oleObject88.bin"/><Relationship Id="rId2" Type="http://schemas.openxmlformats.org/officeDocument/2006/relationships/image" Target="../media/image109.emf"/><Relationship Id="rId1" Type="http://schemas.openxmlformats.org/officeDocument/2006/relationships/oleObject" Target="../embeddings/oleObject87.bin"/></Relationships>
</file>

<file path=ppt/slides/_rels/slide80.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6.xml"/><Relationship Id="rId4" Type="http://schemas.openxmlformats.org/officeDocument/2006/relationships/image" Target="../media/image112.emf"/><Relationship Id="rId3" Type="http://schemas.openxmlformats.org/officeDocument/2006/relationships/oleObject" Target="../embeddings/oleObject90.bin"/><Relationship Id="rId2" Type="http://schemas.openxmlformats.org/officeDocument/2006/relationships/image" Target="../media/image111.emf"/><Relationship Id="rId1" Type="http://schemas.openxmlformats.org/officeDocument/2006/relationships/oleObject" Target="../embeddings/oleObject89.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2.xml"/><Relationship Id="rId2" Type="http://schemas.openxmlformats.org/officeDocument/2006/relationships/image" Target="../media/image113.emf"/><Relationship Id="rId1" Type="http://schemas.openxmlformats.org/officeDocument/2006/relationships/oleObject" Target="../embeddings/oleObject91.bin"/></Relationships>
</file>

<file path=ppt/slides/_rels/slide83.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6.xml"/><Relationship Id="rId4" Type="http://schemas.openxmlformats.org/officeDocument/2006/relationships/image" Target="../media/image115.emf"/><Relationship Id="rId3" Type="http://schemas.openxmlformats.org/officeDocument/2006/relationships/oleObject" Target="../embeddings/oleObject93.bin"/><Relationship Id="rId2" Type="http://schemas.openxmlformats.org/officeDocument/2006/relationships/image" Target="../media/image114.emf"/><Relationship Id="rId1" Type="http://schemas.openxmlformats.org/officeDocument/2006/relationships/oleObject" Target="../embeddings/oleObject92.bin"/></Relationships>
</file>

<file path=ppt/slides/_rels/slide84.xml.rels><?xml version="1.0" encoding="UTF-8" standalone="yes"?>
<Relationships xmlns="http://schemas.openxmlformats.org/package/2006/relationships"><Relationship Id="rId8" Type="http://schemas.openxmlformats.org/officeDocument/2006/relationships/vmlDrawing" Target="../drawings/vmlDrawing46.vml"/><Relationship Id="rId7" Type="http://schemas.openxmlformats.org/officeDocument/2006/relationships/slideLayout" Target="../slideLayouts/slideLayout6.xml"/><Relationship Id="rId6" Type="http://schemas.openxmlformats.org/officeDocument/2006/relationships/image" Target="../media/image118.emf"/><Relationship Id="rId5" Type="http://schemas.openxmlformats.org/officeDocument/2006/relationships/oleObject" Target="../embeddings/oleObject96.bin"/><Relationship Id="rId4" Type="http://schemas.openxmlformats.org/officeDocument/2006/relationships/image" Target="../media/image117.emf"/><Relationship Id="rId3" Type="http://schemas.openxmlformats.org/officeDocument/2006/relationships/oleObject" Target="../embeddings/oleObject95.bin"/><Relationship Id="rId2" Type="http://schemas.openxmlformats.org/officeDocument/2006/relationships/image" Target="../media/image116.emf"/><Relationship Id="rId1" Type="http://schemas.openxmlformats.org/officeDocument/2006/relationships/oleObject" Target="../embeddings/oleObject94.bin"/></Relationships>
</file>

<file path=ppt/slides/_rels/slide85.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22.emf"/><Relationship Id="rId7" Type="http://schemas.openxmlformats.org/officeDocument/2006/relationships/oleObject" Target="../embeddings/oleObject100.bin"/><Relationship Id="rId6" Type="http://schemas.openxmlformats.org/officeDocument/2006/relationships/image" Target="../media/image121.emf"/><Relationship Id="rId5" Type="http://schemas.openxmlformats.org/officeDocument/2006/relationships/oleObject" Target="../embeddings/oleObject99.bin"/><Relationship Id="rId4" Type="http://schemas.openxmlformats.org/officeDocument/2006/relationships/image" Target="../media/image120.emf"/><Relationship Id="rId3" Type="http://schemas.openxmlformats.org/officeDocument/2006/relationships/oleObject" Target="../embeddings/oleObject98.bin"/><Relationship Id="rId2" Type="http://schemas.openxmlformats.org/officeDocument/2006/relationships/image" Target="../media/image119.emf"/><Relationship Id="rId10" Type="http://schemas.openxmlformats.org/officeDocument/2006/relationships/vmlDrawing" Target="../drawings/vmlDrawing47.vml"/><Relationship Id="rId1" Type="http://schemas.openxmlformats.org/officeDocument/2006/relationships/oleObject" Target="../embeddings/oleObject97.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6.xml"/><Relationship Id="rId4" Type="http://schemas.openxmlformats.org/officeDocument/2006/relationships/image" Target="../media/image124.emf"/><Relationship Id="rId3" Type="http://schemas.openxmlformats.org/officeDocument/2006/relationships/oleObject" Target="../embeddings/oleObject102.bin"/><Relationship Id="rId2" Type="http://schemas.openxmlformats.org/officeDocument/2006/relationships/image" Target="../media/image123.emf"/><Relationship Id="rId1" Type="http://schemas.openxmlformats.org/officeDocument/2006/relationships/oleObject" Target="../embeddings/oleObject101.bin"/></Relationships>
</file>

<file path=ppt/slides/_rels/slide91.xml.rels><?xml version="1.0" encoding="UTF-8" standalone="yes"?>
<Relationships xmlns="http://schemas.openxmlformats.org/package/2006/relationships"><Relationship Id="rId6" Type="http://schemas.openxmlformats.org/officeDocument/2006/relationships/vmlDrawing" Target="../drawings/vmlDrawing49.vml"/><Relationship Id="rId5" Type="http://schemas.openxmlformats.org/officeDocument/2006/relationships/slideLayout" Target="../slideLayouts/slideLayout6.xml"/><Relationship Id="rId4" Type="http://schemas.openxmlformats.org/officeDocument/2006/relationships/image" Target="../media/image126.emf"/><Relationship Id="rId3" Type="http://schemas.openxmlformats.org/officeDocument/2006/relationships/oleObject" Target="../embeddings/oleObject104.bin"/><Relationship Id="rId2" Type="http://schemas.openxmlformats.org/officeDocument/2006/relationships/image" Target="../media/image125.emf"/><Relationship Id="rId1" Type="http://schemas.openxmlformats.org/officeDocument/2006/relationships/oleObject" Target="../embeddings/oleObject103.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6" Type="http://schemas.openxmlformats.org/officeDocument/2006/relationships/vmlDrawing" Target="../drawings/vmlDrawing50.vml"/><Relationship Id="rId5" Type="http://schemas.openxmlformats.org/officeDocument/2006/relationships/slideLayout" Target="../slideLayouts/slideLayout2.xml"/><Relationship Id="rId4" Type="http://schemas.openxmlformats.org/officeDocument/2006/relationships/image" Target="../media/image128.emf"/><Relationship Id="rId3" Type="http://schemas.openxmlformats.org/officeDocument/2006/relationships/oleObject" Target="../embeddings/oleObject106.bin"/><Relationship Id="rId2" Type="http://schemas.openxmlformats.org/officeDocument/2006/relationships/image" Target="../media/image127.emf"/><Relationship Id="rId1" Type="http://schemas.openxmlformats.org/officeDocument/2006/relationships/oleObject" Target="../embeddings/oleObject105.bin"/></Relationships>
</file>

<file path=ppt/slides/_rels/slide94.xml.rels><?xml version="1.0" encoding="UTF-8" standalone="yes"?>
<Relationships xmlns="http://schemas.openxmlformats.org/package/2006/relationships"><Relationship Id="rId6" Type="http://schemas.openxmlformats.org/officeDocument/2006/relationships/vmlDrawing" Target="../drawings/vmlDrawing51.vml"/><Relationship Id="rId5" Type="http://schemas.openxmlformats.org/officeDocument/2006/relationships/slideLayout" Target="../slideLayouts/slideLayout6.xml"/><Relationship Id="rId4" Type="http://schemas.openxmlformats.org/officeDocument/2006/relationships/image" Target="../media/image130.emf"/><Relationship Id="rId3" Type="http://schemas.openxmlformats.org/officeDocument/2006/relationships/oleObject" Target="../embeddings/oleObject108.bin"/><Relationship Id="rId2" Type="http://schemas.openxmlformats.org/officeDocument/2006/relationships/image" Target="../media/image129.emf"/><Relationship Id="rId1" Type="http://schemas.openxmlformats.org/officeDocument/2006/relationships/oleObject" Target="../embeddings/oleObject107.bin"/></Relationships>
</file>

<file path=ppt/slides/_rels/slide95.xml.rels><?xml version="1.0" encoding="UTF-8" standalone="yes"?>
<Relationships xmlns="http://schemas.openxmlformats.org/package/2006/relationships"><Relationship Id="rId8" Type="http://schemas.openxmlformats.org/officeDocument/2006/relationships/vmlDrawing" Target="../drawings/vmlDrawing52.vml"/><Relationship Id="rId7" Type="http://schemas.openxmlformats.org/officeDocument/2006/relationships/slideLayout" Target="../slideLayouts/slideLayout6.xml"/><Relationship Id="rId6" Type="http://schemas.openxmlformats.org/officeDocument/2006/relationships/image" Target="../media/image133.emf"/><Relationship Id="rId5" Type="http://schemas.openxmlformats.org/officeDocument/2006/relationships/oleObject" Target="../embeddings/oleObject111.bin"/><Relationship Id="rId4" Type="http://schemas.openxmlformats.org/officeDocument/2006/relationships/image" Target="../media/image132.emf"/><Relationship Id="rId3" Type="http://schemas.openxmlformats.org/officeDocument/2006/relationships/oleObject" Target="../embeddings/oleObject110.bin"/><Relationship Id="rId2" Type="http://schemas.openxmlformats.org/officeDocument/2006/relationships/image" Target="../media/image131.emf"/><Relationship Id="rId1" Type="http://schemas.openxmlformats.org/officeDocument/2006/relationships/oleObject" Target="../embeddings/oleObject109.bin"/></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6.xml"/><Relationship Id="rId2" Type="http://schemas.openxmlformats.org/officeDocument/2006/relationships/image" Target="../media/image134.emf"/><Relationship Id="rId1" Type="http://schemas.openxmlformats.org/officeDocument/2006/relationships/oleObject" Target="../embeddings/oleObject112.bin"/></Relationships>
</file>

<file path=ppt/slides/_rels/slide97.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38.emf"/><Relationship Id="rId7" Type="http://schemas.openxmlformats.org/officeDocument/2006/relationships/oleObject" Target="../embeddings/oleObject116.bin"/><Relationship Id="rId6" Type="http://schemas.openxmlformats.org/officeDocument/2006/relationships/image" Target="../media/image137.emf"/><Relationship Id="rId5" Type="http://schemas.openxmlformats.org/officeDocument/2006/relationships/oleObject" Target="../embeddings/oleObject115.bin"/><Relationship Id="rId4" Type="http://schemas.openxmlformats.org/officeDocument/2006/relationships/image" Target="../media/image136.emf"/><Relationship Id="rId3" Type="http://schemas.openxmlformats.org/officeDocument/2006/relationships/oleObject" Target="../embeddings/oleObject114.bin"/><Relationship Id="rId2" Type="http://schemas.openxmlformats.org/officeDocument/2006/relationships/image" Target="../media/image135.emf"/><Relationship Id="rId10" Type="http://schemas.openxmlformats.org/officeDocument/2006/relationships/vmlDrawing" Target="../drawings/vmlDrawing54.vml"/><Relationship Id="rId1" Type="http://schemas.openxmlformats.org/officeDocument/2006/relationships/oleObject" Target="../embeddings/oleObject113.bin"/></Relationships>
</file>

<file path=ppt/slides/_rels/slide98.xml.rels><?xml version="1.0" encoding="UTF-8" standalone="yes"?>
<Relationships xmlns="http://schemas.openxmlformats.org/package/2006/relationships"><Relationship Id="rId7" Type="http://schemas.openxmlformats.org/officeDocument/2006/relationships/vmlDrawing" Target="../drawings/vmlDrawing55.vml"/><Relationship Id="rId6" Type="http://schemas.openxmlformats.org/officeDocument/2006/relationships/slideLayout" Target="../slideLayouts/slideLayout6.xml"/><Relationship Id="rId5" Type="http://schemas.openxmlformats.org/officeDocument/2006/relationships/image" Target="../media/image140.emf"/><Relationship Id="rId4" Type="http://schemas.openxmlformats.org/officeDocument/2006/relationships/oleObject" Target="../embeddings/oleObject118.bin"/><Relationship Id="rId3" Type="http://schemas.openxmlformats.org/officeDocument/2006/relationships/image" Target="../media/image139.emf"/><Relationship Id="rId2" Type="http://schemas.openxmlformats.org/officeDocument/2006/relationships/oleObject" Target="../embeddings/oleObject117.bin"/><Relationship Id="rId1" Type="http://schemas.openxmlformats.org/officeDocument/2006/relationships/image" Target="../media/image33.wmf"/></Relationships>
</file>

<file path=ppt/slides/_rels/slide99.xml.rels><?xml version="1.0" encoding="UTF-8" standalone="yes"?>
<Relationships xmlns="http://schemas.openxmlformats.org/package/2006/relationships"><Relationship Id="rId9" Type="http://schemas.openxmlformats.org/officeDocument/2006/relationships/vmlDrawing" Target="../drawings/vmlDrawing56.vml"/><Relationship Id="rId8" Type="http://schemas.openxmlformats.org/officeDocument/2006/relationships/slideLayout" Target="../slideLayouts/slideLayout6.xml"/><Relationship Id="rId7" Type="http://schemas.openxmlformats.org/officeDocument/2006/relationships/image" Target="../media/image143.emf"/><Relationship Id="rId6" Type="http://schemas.openxmlformats.org/officeDocument/2006/relationships/oleObject" Target="../embeddings/oleObject121.bin"/><Relationship Id="rId5" Type="http://schemas.openxmlformats.org/officeDocument/2006/relationships/image" Target="../media/image142.emf"/><Relationship Id="rId4" Type="http://schemas.openxmlformats.org/officeDocument/2006/relationships/oleObject" Target="../embeddings/oleObject120.bin"/><Relationship Id="rId3" Type="http://schemas.openxmlformats.org/officeDocument/2006/relationships/image" Target="../media/image141.emf"/><Relationship Id="rId2" Type="http://schemas.openxmlformats.org/officeDocument/2006/relationships/oleObject" Target="../embeddings/oleObject119.bin"/><Relationship Id="rId1" Type="http://schemas.openxmlformats.org/officeDocument/2006/relationships/image" Target="../media/image33.wmf"/></Relationships>
</file>

<file path=ppt/slides/_rels/slide100.xml.rels><?xml version="1.0" encoding="UTF-8" standalone="yes"?>
<Relationships xmlns="http://schemas.openxmlformats.org/package/2006/relationships"><Relationship Id="rId9" Type="http://schemas.openxmlformats.org/officeDocument/2006/relationships/vmlDrawing" Target="../drawings/vmlDrawing57.vml"/><Relationship Id="rId8" Type="http://schemas.openxmlformats.org/officeDocument/2006/relationships/slideLayout" Target="../slideLayouts/slideLayout6.xml"/><Relationship Id="rId7" Type="http://schemas.openxmlformats.org/officeDocument/2006/relationships/image" Target="../media/image146.emf"/><Relationship Id="rId6" Type="http://schemas.openxmlformats.org/officeDocument/2006/relationships/oleObject" Target="../embeddings/oleObject124.bin"/><Relationship Id="rId5" Type="http://schemas.openxmlformats.org/officeDocument/2006/relationships/image" Target="../media/image145.emf"/><Relationship Id="rId4" Type="http://schemas.openxmlformats.org/officeDocument/2006/relationships/oleObject" Target="../embeddings/oleObject123.bin"/><Relationship Id="rId3" Type="http://schemas.openxmlformats.org/officeDocument/2006/relationships/image" Target="../media/image144.emf"/><Relationship Id="rId2" Type="http://schemas.openxmlformats.org/officeDocument/2006/relationships/oleObject" Target="../embeddings/oleObject122.bin"/><Relationship Id="rId1" Type="http://schemas.openxmlformats.org/officeDocument/2006/relationships/image" Target="../media/image33.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50.emf"/><Relationship Id="rId7" Type="http://schemas.openxmlformats.org/officeDocument/2006/relationships/oleObject" Target="../embeddings/oleObject128.bin"/><Relationship Id="rId6" Type="http://schemas.openxmlformats.org/officeDocument/2006/relationships/image" Target="../media/image149.emf"/><Relationship Id="rId5" Type="http://schemas.openxmlformats.org/officeDocument/2006/relationships/oleObject" Target="../embeddings/oleObject127.bin"/><Relationship Id="rId4" Type="http://schemas.openxmlformats.org/officeDocument/2006/relationships/image" Target="../media/image148.emf"/><Relationship Id="rId3" Type="http://schemas.openxmlformats.org/officeDocument/2006/relationships/oleObject" Target="../embeddings/oleObject126.bin"/><Relationship Id="rId2" Type="http://schemas.openxmlformats.org/officeDocument/2006/relationships/image" Target="../media/image147.emf"/><Relationship Id="rId10" Type="http://schemas.openxmlformats.org/officeDocument/2006/relationships/vmlDrawing" Target="../drawings/vmlDrawing58.vml"/><Relationship Id="rId1" Type="http://schemas.openxmlformats.org/officeDocument/2006/relationships/oleObject" Target="../embeddings/oleObject125.bin"/></Relationships>
</file>

<file path=ppt/slides/_rels/slide105.xml.rels><?xml version="1.0" encoding="UTF-8" standalone="yes"?>
<Relationships xmlns="http://schemas.openxmlformats.org/package/2006/relationships"><Relationship Id="rId9" Type="http://schemas.openxmlformats.org/officeDocument/2006/relationships/oleObject" Target="../embeddings/oleObject133.bin"/><Relationship Id="rId8" Type="http://schemas.openxmlformats.org/officeDocument/2006/relationships/image" Target="../media/image154.emf"/><Relationship Id="rId7" Type="http://schemas.openxmlformats.org/officeDocument/2006/relationships/oleObject" Target="../embeddings/oleObject132.bin"/><Relationship Id="rId6" Type="http://schemas.openxmlformats.org/officeDocument/2006/relationships/image" Target="../media/image153.emf"/><Relationship Id="rId5" Type="http://schemas.openxmlformats.org/officeDocument/2006/relationships/oleObject" Target="../embeddings/oleObject131.bin"/><Relationship Id="rId4" Type="http://schemas.openxmlformats.org/officeDocument/2006/relationships/image" Target="../media/image152.emf"/><Relationship Id="rId3" Type="http://schemas.openxmlformats.org/officeDocument/2006/relationships/oleObject" Target="../embeddings/oleObject130.bin"/><Relationship Id="rId2" Type="http://schemas.openxmlformats.org/officeDocument/2006/relationships/image" Target="../media/image151.emf"/><Relationship Id="rId12" Type="http://schemas.openxmlformats.org/officeDocument/2006/relationships/vmlDrawing" Target="../drawings/vmlDrawing59.vml"/><Relationship Id="rId11" Type="http://schemas.openxmlformats.org/officeDocument/2006/relationships/slideLayout" Target="../slideLayouts/slideLayout6.xml"/><Relationship Id="rId10" Type="http://schemas.openxmlformats.org/officeDocument/2006/relationships/image" Target="../media/image155.emf"/><Relationship Id="rId1" Type="http://schemas.openxmlformats.org/officeDocument/2006/relationships/oleObject" Target="../embeddings/oleObject129.bin"/></Relationships>
</file>

<file path=ppt/slides/_rels/slide106.xml.rels><?xml version="1.0" encoding="UTF-8" standalone="yes"?>
<Relationships xmlns="http://schemas.openxmlformats.org/package/2006/relationships"><Relationship Id="rId9" Type="http://schemas.openxmlformats.org/officeDocument/2006/relationships/oleObject" Target="../embeddings/oleObject138.bin"/><Relationship Id="rId8" Type="http://schemas.openxmlformats.org/officeDocument/2006/relationships/image" Target="../media/image159.emf"/><Relationship Id="rId7" Type="http://schemas.openxmlformats.org/officeDocument/2006/relationships/oleObject" Target="../embeddings/oleObject137.bin"/><Relationship Id="rId6" Type="http://schemas.openxmlformats.org/officeDocument/2006/relationships/image" Target="../media/image158.emf"/><Relationship Id="rId5" Type="http://schemas.openxmlformats.org/officeDocument/2006/relationships/oleObject" Target="../embeddings/oleObject136.bin"/><Relationship Id="rId4" Type="http://schemas.openxmlformats.org/officeDocument/2006/relationships/image" Target="../media/image157.emf"/><Relationship Id="rId3" Type="http://schemas.openxmlformats.org/officeDocument/2006/relationships/oleObject" Target="../embeddings/oleObject135.bin"/><Relationship Id="rId2" Type="http://schemas.openxmlformats.org/officeDocument/2006/relationships/image" Target="../media/image156.emf"/><Relationship Id="rId12" Type="http://schemas.openxmlformats.org/officeDocument/2006/relationships/vmlDrawing" Target="../drawings/vmlDrawing60.vml"/><Relationship Id="rId11" Type="http://schemas.openxmlformats.org/officeDocument/2006/relationships/slideLayout" Target="../slideLayouts/slideLayout6.xml"/><Relationship Id="rId10" Type="http://schemas.openxmlformats.org/officeDocument/2006/relationships/image" Target="../media/image160.emf"/><Relationship Id="rId1" Type="http://schemas.openxmlformats.org/officeDocument/2006/relationships/oleObject" Target="../embeddings/oleObject134.bin"/></Relationships>
</file>

<file path=ppt/slides/_rels/slide107.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64.emf"/><Relationship Id="rId7" Type="http://schemas.openxmlformats.org/officeDocument/2006/relationships/oleObject" Target="../embeddings/oleObject142.bin"/><Relationship Id="rId6" Type="http://schemas.openxmlformats.org/officeDocument/2006/relationships/image" Target="../media/image163.emf"/><Relationship Id="rId5" Type="http://schemas.openxmlformats.org/officeDocument/2006/relationships/oleObject" Target="../embeddings/oleObject141.bin"/><Relationship Id="rId4" Type="http://schemas.openxmlformats.org/officeDocument/2006/relationships/image" Target="../media/image162.emf"/><Relationship Id="rId3" Type="http://schemas.openxmlformats.org/officeDocument/2006/relationships/oleObject" Target="../embeddings/oleObject140.bin"/><Relationship Id="rId2" Type="http://schemas.openxmlformats.org/officeDocument/2006/relationships/image" Target="../media/image161.emf"/><Relationship Id="rId10" Type="http://schemas.openxmlformats.org/officeDocument/2006/relationships/vmlDrawing" Target="../drawings/vmlDrawing61.vml"/><Relationship Id="rId1" Type="http://schemas.openxmlformats.org/officeDocument/2006/relationships/oleObject" Target="../embeddings/oleObject139.bin"/></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5.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6.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7.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8.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9.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0.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1.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2.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3.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4.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5.pn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6.png"/></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7.png"/></Relationships>
</file>

<file path=ppt/slides/_rels/slide126.xml.rels><?xml version="1.0" encoding="UTF-8" standalone="yes"?>
<Relationships xmlns="http://schemas.openxmlformats.org/package/2006/relationships"><Relationship Id="rId8" Type="http://schemas.openxmlformats.org/officeDocument/2006/relationships/vmlDrawing" Target="../drawings/vmlDrawing62.vml"/><Relationship Id="rId7" Type="http://schemas.openxmlformats.org/officeDocument/2006/relationships/slideLayout" Target="../slideLayouts/slideLayout6.xml"/><Relationship Id="rId6" Type="http://schemas.openxmlformats.org/officeDocument/2006/relationships/image" Target="../media/image180.emf"/><Relationship Id="rId5" Type="http://schemas.openxmlformats.org/officeDocument/2006/relationships/oleObject" Target="../embeddings/oleObject145.bin"/><Relationship Id="rId4" Type="http://schemas.openxmlformats.org/officeDocument/2006/relationships/image" Target="../media/image179.emf"/><Relationship Id="rId3" Type="http://schemas.openxmlformats.org/officeDocument/2006/relationships/oleObject" Target="../embeddings/oleObject144.bin"/><Relationship Id="rId2" Type="http://schemas.openxmlformats.org/officeDocument/2006/relationships/image" Target="../media/image178.emf"/><Relationship Id="rId1" Type="http://schemas.openxmlformats.org/officeDocument/2006/relationships/oleObject" Target="../embeddings/oleObject143.bin"/></Relationships>
</file>

<file path=ppt/slides/_rels/slide127.xml.rels><?xml version="1.0" encoding="UTF-8" standalone="yes"?>
<Relationships xmlns="http://schemas.openxmlformats.org/package/2006/relationships"><Relationship Id="rId9" Type="http://schemas.openxmlformats.org/officeDocument/2006/relationships/image" Target="../media/image184.emf"/><Relationship Id="rId8" Type="http://schemas.openxmlformats.org/officeDocument/2006/relationships/oleObject" Target="../embeddings/oleObject149.bin"/><Relationship Id="rId7" Type="http://schemas.openxmlformats.org/officeDocument/2006/relationships/image" Target="../media/image183.emf"/><Relationship Id="rId6" Type="http://schemas.openxmlformats.org/officeDocument/2006/relationships/oleObject" Target="../embeddings/oleObject148.bin"/><Relationship Id="rId5" Type="http://schemas.openxmlformats.org/officeDocument/2006/relationships/image" Target="../media/image182.emf"/><Relationship Id="rId4" Type="http://schemas.openxmlformats.org/officeDocument/2006/relationships/oleObject" Target="../embeddings/oleObject147.bin"/><Relationship Id="rId3" Type="http://schemas.openxmlformats.org/officeDocument/2006/relationships/image" Target="../media/image181.emf"/><Relationship Id="rId2" Type="http://schemas.openxmlformats.org/officeDocument/2006/relationships/oleObject" Target="../embeddings/oleObject146.bin"/><Relationship Id="rId11" Type="http://schemas.openxmlformats.org/officeDocument/2006/relationships/vmlDrawing" Target="../drawings/vmlDrawing63.vml"/><Relationship Id="rId10" Type="http://schemas.openxmlformats.org/officeDocument/2006/relationships/slideLayout" Target="../slideLayouts/slideLayout6.xml"/><Relationship Id="rId1"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2"/>
          <p:cNvSpPr>
            <a:spLocks noGrp="1"/>
          </p:cNvSpPr>
          <p:nvPr>
            <p:ph type="ctrTitle" sz="quarter"/>
          </p:nvPr>
        </p:nvSpPr>
        <p:spPr>
          <a:ln/>
        </p:spPr>
        <p:txBody>
          <a:bodyPr vert="horz" wrap="square" lIns="92075" tIns="46038" rIns="92075" bIns="46038" anchor="ctr" anchorCtr="0"/>
          <a:p>
            <a:pPr>
              <a:buClrTx/>
              <a:buSzTx/>
              <a:buFontTx/>
            </a:pPr>
            <a:r>
              <a:rPr lang="en-US" altLang="zh-CN" dirty="0">
                <a:latin typeface="+mj-lt"/>
                <a:ea typeface="宋体" panose="02010600030101010101" pitchFamily="2" charset="-122"/>
                <a:cs typeface="+mj-cs"/>
              </a:rPr>
              <a:t>Chapter Eighteen</a:t>
            </a:r>
            <a:endParaRPr lang="en-US" altLang="zh-CN" dirty="0">
              <a:latin typeface="+mj-lt"/>
              <a:ea typeface="宋体" panose="02010600030101010101" pitchFamily="2" charset="-122"/>
              <a:cs typeface="+mj-cs"/>
            </a:endParaRPr>
          </a:p>
        </p:txBody>
      </p:sp>
      <p:sp>
        <p:nvSpPr>
          <p:cNvPr id="4098" name="Rectangle 3"/>
          <p:cNvSpPr>
            <a:spLocks noGrp="1"/>
          </p:cNvSpPr>
          <p:nvPr>
            <p:ph type="subTitle" sz="quarter" idx="1"/>
          </p:nvPr>
        </p:nvSpPr>
        <p:spPr>
          <a:ln/>
        </p:spPr>
        <p:txBody>
          <a:bodyPr vert="horz" wrap="square" lIns="92075" tIns="46038" rIns="92075" bIns="46038" anchor="t" anchorCtr="0"/>
          <a:p>
            <a:pPr>
              <a:buSzPct val="75000"/>
            </a:pPr>
            <a:r>
              <a:rPr lang="en-US" altLang="zh-CN" sz="4000" dirty="0">
                <a:latin typeface="+mn-lt"/>
                <a:ea typeface="宋体" panose="02010600030101010101" pitchFamily="2" charset="-122"/>
                <a:cs typeface="+mn-cs"/>
              </a:rPr>
              <a:t>Technology</a:t>
            </a:r>
            <a:r>
              <a:rPr lang="zh-CN" altLang="en-US" sz="4000" dirty="0">
                <a:latin typeface="+mn-lt"/>
                <a:ea typeface="宋体" panose="02010600030101010101" pitchFamily="2" charset="-122"/>
                <a:cs typeface="+mn-cs"/>
              </a:rPr>
              <a:t>技术</a:t>
            </a:r>
            <a:endParaRPr lang="en-US" altLang="zh-CN" sz="4000" dirty="0">
              <a:latin typeface="+mn-lt"/>
              <a:ea typeface="宋体" panose="02010600030101010101" pitchFamily="2" charset="-122"/>
              <a:cs typeface="+mn-cs"/>
            </a:endParaRPr>
          </a:p>
        </p:txBody>
      </p:sp>
    </p:spTree>
  </p:cSld>
  <p:clrMapOvr>
    <a:overrideClrMapping bg1="dk2" tx1="lt1" bg2="dk1"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a:t>
            </a:r>
            <a:r>
              <a:rPr lang="zh-CN" altLang="en-US" dirty="0">
                <a:ea typeface="宋体" panose="02010600030101010101" pitchFamily="2" charset="-122"/>
              </a:rPr>
              <a:t>技术</a:t>
            </a:r>
            <a:endParaRPr lang="en-US" altLang="zh-CN" dirty="0">
              <a:ea typeface="宋体" panose="02010600030101010101" pitchFamily="2" charset="-122"/>
            </a:endParaRPr>
          </a:p>
        </p:txBody>
      </p:sp>
      <p:sp>
        <p:nvSpPr>
          <p:cNvPr id="5122"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technology is a process by which inputs are converted to an output.</a:t>
            </a:r>
            <a:endParaRPr lang="en-US" altLang="zh-CN" dirty="0">
              <a:ea typeface="宋体" panose="02010600030101010101" pitchFamily="2" charset="-122"/>
            </a:endParaRPr>
          </a:p>
          <a:p>
            <a:r>
              <a:rPr lang="en-US" altLang="zh-CN" i="1" dirty="0">
                <a:ea typeface="宋体" panose="02010600030101010101" pitchFamily="2" charset="-122"/>
              </a:rPr>
              <a:t>E.g.</a:t>
            </a:r>
            <a:r>
              <a:rPr lang="en-US" altLang="zh-CN" dirty="0">
                <a:ea typeface="宋体" panose="02010600030101010101" pitchFamily="2" charset="-122"/>
              </a:rPr>
              <a:t> labor, a computer, a projector, electricity, and software are being combined to produce this lecture.</a:t>
            </a:r>
            <a:endParaRPr lang="en-US" altLang="zh-CN"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a:t>
            </a:r>
            <a:r>
              <a:rPr lang="zh-CN" altLang="en-US" dirty="0">
                <a:ea typeface="宋体" panose="02010600030101010101" pitchFamily="2" charset="-122"/>
              </a:rPr>
              <a:t>技术</a:t>
            </a:r>
            <a:endParaRPr lang="en-US" altLang="zh-CN" dirty="0">
              <a:ea typeface="宋体" panose="02010600030101010101" pitchFamily="2" charset="-122"/>
            </a:endParaRPr>
          </a:p>
        </p:txBody>
      </p:sp>
      <p:sp>
        <p:nvSpPr>
          <p:cNvPr id="6146"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Usually several technologies will produce the same product -- a blackboard and chalk can be used instead of a computer and a projector.</a:t>
            </a:r>
            <a:endParaRPr lang="en-US" altLang="zh-CN" dirty="0">
              <a:ea typeface="宋体" panose="02010600030101010101" pitchFamily="2" charset="-122"/>
            </a:endParaRPr>
          </a:p>
          <a:p>
            <a:r>
              <a:rPr lang="en-US" altLang="zh-CN" dirty="0">
                <a:ea typeface="宋体" panose="02010600030101010101" pitchFamily="2" charset="-122"/>
              </a:rPr>
              <a:t>Which technology is “best”?</a:t>
            </a:r>
            <a:endParaRPr lang="en-US" altLang="zh-CN" dirty="0">
              <a:ea typeface="宋体" panose="02010600030101010101" pitchFamily="2" charset="-122"/>
            </a:endParaRPr>
          </a:p>
          <a:p>
            <a:r>
              <a:rPr lang="en-US" altLang="zh-CN" dirty="0">
                <a:ea typeface="宋体" panose="02010600030101010101" pitchFamily="2" charset="-122"/>
              </a:rPr>
              <a:t>How do we compare technologies?</a:t>
            </a:r>
            <a:endParaRPr lang="en-US" altLang="zh-CN"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Input Bundles</a:t>
            </a:r>
            <a:r>
              <a:rPr lang="zh-CN" altLang="en-US" dirty="0">
                <a:ea typeface="宋体" panose="02010600030101010101" pitchFamily="2" charset="-122"/>
              </a:rPr>
              <a:t>投入要素束</a:t>
            </a:r>
            <a:endParaRPr lang="en-US" altLang="zh-CN" dirty="0">
              <a:ea typeface="宋体" panose="02010600030101010101" pitchFamily="2" charset="-122"/>
            </a:endParaRPr>
          </a:p>
        </p:txBody>
      </p:sp>
      <p:sp>
        <p:nvSpPr>
          <p:cNvPr id="7170" name="Rectangle 3"/>
          <p:cNvSpPr>
            <a:spLocks noGrp="1"/>
          </p:cNvSpPr>
          <p:nvPr>
            <p:ph idx="1"/>
          </p:nvPr>
        </p:nvSpPr>
        <p:spPr>
          <a:xfrm>
            <a:off x="685800" y="1714500"/>
            <a:ext cx="7867650" cy="4152900"/>
          </a:xfrm>
          <a:ln/>
        </p:spPr>
        <p:txBody>
          <a:bodyPr vert="horz" wrap="square" lIns="92075" tIns="46038" rIns="92075" bIns="46038" anchor="t" anchorCtr="0"/>
          <a:p>
            <a:r>
              <a:rPr lang="en-US" altLang="zh-CN" dirty="0">
                <a:ea typeface="宋体" panose="02010600030101010101" pitchFamily="2" charset="-122"/>
              </a:rPr>
              <a:t>x</a:t>
            </a:r>
            <a:r>
              <a:rPr lang="en-US" altLang="zh-CN" baseline="-25000" dirty="0">
                <a:ea typeface="宋体" panose="02010600030101010101" pitchFamily="2" charset="-122"/>
              </a:rPr>
              <a:t>i</a:t>
            </a:r>
            <a:r>
              <a:rPr lang="en-US" altLang="zh-CN" dirty="0">
                <a:ea typeface="宋体" panose="02010600030101010101" pitchFamily="2" charset="-122"/>
              </a:rPr>
              <a:t> denotes the amount used of input i; </a:t>
            </a:r>
            <a:r>
              <a:rPr lang="en-US" altLang="zh-CN" i="1" dirty="0">
                <a:ea typeface="宋体" panose="02010600030101010101" pitchFamily="2" charset="-122"/>
              </a:rPr>
              <a:t>i.e.</a:t>
            </a:r>
            <a:r>
              <a:rPr lang="en-US" altLang="zh-CN" dirty="0">
                <a:ea typeface="宋体" panose="02010600030101010101" pitchFamily="2" charset="-122"/>
              </a:rPr>
              <a:t> the level of input i.</a:t>
            </a:r>
            <a:endParaRPr lang="en-US" altLang="zh-CN" dirty="0">
              <a:ea typeface="宋体" panose="02010600030101010101" pitchFamily="2" charset="-122"/>
            </a:endParaRPr>
          </a:p>
          <a:p>
            <a:r>
              <a:rPr lang="en-US" altLang="zh-CN" dirty="0">
                <a:ea typeface="宋体" panose="02010600030101010101" pitchFamily="2" charset="-122"/>
              </a:rPr>
              <a:t>An </a:t>
            </a:r>
            <a:r>
              <a:rPr lang="en-US" altLang="zh-CN" dirty="0">
                <a:solidFill>
                  <a:schemeClr val="tx2"/>
                </a:solidFill>
                <a:ea typeface="宋体" panose="02010600030101010101" pitchFamily="2" charset="-122"/>
              </a:rPr>
              <a:t>input bundle</a:t>
            </a:r>
            <a:r>
              <a:rPr lang="en-US" altLang="zh-CN" dirty="0">
                <a:ea typeface="宋体" panose="02010600030101010101" pitchFamily="2" charset="-122"/>
              </a:rPr>
              <a:t> is a vector of the input levels;     (x</a:t>
            </a:r>
            <a:r>
              <a:rPr lang="en-US" altLang="zh-CN" baseline="-25000" dirty="0">
                <a:ea typeface="宋体" panose="02010600030101010101" pitchFamily="2" charset="-122"/>
              </a:rPr>
              <a:t>1</a:t>
            </a:r>
            <a:r>
              <a:rPr lang="en-US" altLang="zh-CN" dirty="0">
                <a:ea typeface="宋体" panose="02010600030101010101" pitchFamily="2" charset="-122"/>
              </a:rPr>
              <a:t>, x</a:t>
            </a:r>
            <a:r>
              <a:rPr lang="en-US" altLang="zh-CN" baseline="-25000" dirty="0">
                <a:ea typeface="宋体" panose="02010600030101010101" pitchFamily="2" charset="-122"/>
              </a:rPr>
              <a:t>2</a:t>
            </a:r>
            <a:r>
              <a:rPr lang="en-US" altLang="zh-CN" dirty="0">
                <a:ea typeface="宋体" panose="02010600030101010101" pitchFamily="2" charset="-122"/>
              </a:rPr>
              <a:t>, … , x</a:t>
            </a:r>
            <a:r>
              <a:rPr lang="en-US" altLang="zh-CN" baseline="-25000" dirty="0">
                <a:ea typeface="宋体" panose="02010600030101010101" pitchFamily="2" charset="-122"/>
              </a:rPr>
              <a:t>n</a:t>
            </a:r>
            <a:r>
              <a:rPr lang="en-US" altLang="zh-CN" dirty="0">
                <a:ea typeface="宋体" panose="02010600030101010101" pitchFamily="2" charset="-122"/>
              </a:rPr>
              <a:t>).</a:t>
            </a:r>
            <a:endParaRPr lang="en-US" altLang="zh-CN" dirty="0">
              <a:ea typeface="宋体" panose="02010600030101010101" pitchFamily="2" charset="-122"/>
            </a:endParaRPr>
          </a:p>
          <a:p>
            <a:r>
              <a:rPr lang="en-US" altLang="zh-CN" i="1" dirty="0">
                <a:ea typeface="宋体" panose="02010600030101010101" pitchFamily="2" charset="-122"/>
              </a:rPr>
              <a:t>E.g.</a:t>
            </a:r>
            <a:r>
              <a:rPr lang="en-US" altLang="zh-CN" dirty="0">
                <a:ea typeface="宋体" panose="02010600030101010101" pitchFamily="2" charset="-122"/>
              </a:rPr>
              <a:t> (x</a:t>
            </a:r>
            <a:r>
              <a:rPr lang="en-US" altLang="zh-CN" baseline="-25000" dirty="0">
                <a:ea typeface="宋体" panose="02010600030101010101" pitchFamily="2" charset="-122"/>
              </a:rPr>
              <a:t>1</a:t>
            </a:r>
            <a:r>
              <a:rPr lang="en-US" altLang="zh-CN" dirty="0">
                <a:ea typeface="宋体" panose="02010600030101010101" pitchFamily="2" charset="-122"/>
              </a:rPr>
              <a:t>, x</a:t>
            </a:r>
            <a:r>
              <a:rPr lang="en-US" altLang="zh-CN" baseline="-25000" dirty="0">
                <a:ea typeface="宋体" panose="02010600030101010101" pitchFamily="2" charset="-122"/>
              </a:rPr>
              <a:t>2</a:t>
            </a:r>
            <a:r>
              <a:rPr lang="en-US" altLang="zh-CN" dirty="0">
                <a:ea typeface="宋体" panose="02010600030101010101" pitchFamily="2" charset="-122"/>
              </a:rPr>
              <a:t>, x</a:t>
            </a:r>
            <a:r>
              <a:rPr lang="en-US" altLang="zh-CN" baseline="-25000" dirty="0">
                <a:ea typeface="宋体" panose="02010600030101010101" pitchFamily="2" charset="-122"/>
              </a:rPr>
              <a:t>3</a:t>
            </a:r>
            <a:r>
              <a:rPr lang="en-US" altLang="zh-CN" dirty="0">
                <a:ea typeface="宋体" panose="02010600030101010101" pitchFamily="2" charset="-122"/>
              </a:rPr>
              <a:t>) = (6, 0, 9</a:t>
            </a:r>
            <a:r>
              <a:rPr lang="en-US" altLang="zh-CN" dirty="0">
                <a:latin typeface="Symbol" panose="05050102010706020507" pitchFamily="18" charset="2"/>
                <a:ea typeface="宋体" panose="02010600030101010101" pitchFamily="2" charset="-122"/>
              </a:rPr>
              <a:t>×</a:t>
            </a:r>
            <a:r>
              <a:rPr lang="en-US" altLang="zh-CN" dirty="0">
                <a:ea typeface="宋体" panose="02010600030101010101" pitchFamily="2" charset="-122"/>
              </a:rPr>
              <a:t>3).</a:t>
            </a:r>
            <a:endParaRPr lang="en-US" altLang="zh-CN" dirty="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Production Functions</a:t>
            </a:r>
            <a:r>
              <a:rPr lang="zh-CN" altLang="en-US" dirty="0">
                <a:ea typeface="宋体" panose="02010600030101010101" pitchFamily="2" charset="-122"/>
              </a:rPr>
              <a:t>生产函数</a:t>
            </a:r>
            <a:endParaRPr lang="en-US" altLang="zh-CN" dirty="0">
              <a:ea typeface="宋体" panose="02010600030101010101" pitchFamily="2" charset="-122"/>
            </a:endParaRPr>
          </a:p>
        </p:txBody>
      </p:sp>
      <p:sp>
        <p:nvSpPr>
          <p:cNvPr id="8194"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y denotes the output level.</a:t>
            </a:r>
            <a:endParaRPr lang="en-US" altLang="zh-CN" dirty="0">
              <a:ea typeface="宋体" panose="02010600030101010101" pitchFamily="2" charset="-122"/>
            </a:endParaRPr>
          </a:p>
          <a:p>
            <a:r>
              <a:rPr lang="en-US" altLang="zh-CN" dirty="0">
                <a:ea typeface="宋体" panose="02010600030101010101" pitchFamily="2" charset="-122"/>
              </a:rPr>
              <a:t>The technology’s </a:t>
            </a:r>
            <a:r>
              <a:rPr lang="en-US" altLang="zh-CN" dirty="0">
                <a:solidFill>
                  <a:schemeClr val="tx2"/>
                </a:solidFill>
                <a:ea typeface="宋体" panose="02010600030101010101" pitchFamily="2" charset="-122"/>
              </a:rPr>
              <a:t>production function</a:t>
            </a:r>
            <a:r>
              <a:rPr lang="en-US" altLang="zh-CN" dirty="0">
                <a:ea typeface="宋体" panose="02010600030101010101" pitchFamily="2" charset="-122"/>
              </a:rPr>
              <a:t> states the </a:t>
            </a:r>
            <a:r>
              <a:rPr lang="en-US" altLang="zh-CN" dirty="0">
                <a:solidFill>
                  <a:schemeClr val="tx2"/>
                </a:solidFill>
                <a:ea typeface="宋体" panose="02010600030101010101" pitchFamily="2" charset="-122"/>
              </a:rPr>
              <a:t>maximum</a:t>
            </a:r>
            <a:r>
              <a:rPr lang="en-US" altLang="zh-CN" dirty="0">
                <a:ea typeface="宋体" panose="02010600030101010101" pitchFamily="2" charset="-122"/>
              </a:rPr>
              <a:t> amount of output possible</a:t>
            </a:r>
            <a:r>
              <a:rPr lang="zh-CN" altLang="en-US" dirty="0">
                <a:ea typeface="宋体" panose="02010600030101010101" pitchFamily="2" charset="-122"/>
              </a:rPr>
              <a:t>最大可能产量</a:t>
            </a:r>
            <a:r>
              <a:rPr lang="en-US" altLang="zh-CN" dirty="0">
                <a:ea typeface="宋体" panose="02010600030101010101" pitchFamily="2" charset="-122"/>
              </a:rPr>
              <a:t> from an input bundle.</a:t>
            </a:r>
            <a:endParaRPr lang="en-US" altLang="zh-CN" dirty="0">
              <a:ea typeface="宋体" panose="02010600030101010101" pitchFamily="2" charset="-122"/>
            </a:endParaRPr>
          </a:p>
        </p:txBody>
      </p:sp>
      <p:graphicFrame>
        <p:nvGraphicFramePr>
          <p:cNvPr id="8195" name="Object 4"/>
          <p:cNvGraphicFramePr/>
          <p:nvPr/>
        </p:nvGraphicFramePr>
        <p:xfrm>
          <a:off x="2857500" y="4419600"/>
          <a:ext cx="3409950" cy="590550"/>
        </p:xfrm>
        <a:graphic>
          <a:graphicData uri="http://schemas.openxmlformats.org/presentationml/2006/ole">
            <mc:AlternateContent xmlns:mc="http://schemas.openxmlformats.org/markup-compatibility/2006">
              <mc:Choice xmlns:v="urn:schemas-microsoft-com:vml" Requires="v">
                <p:oleObj spid="_x0000_s3076" name="" r:id="rId1" imgW="1624330" imgH="283210" progId="Equation.2">
                  <p:embed/>
                </p:oleObj>
              </mc:Choice>
              <mc:Fallback>
                <p:oleObj name="" r:id="rId1" imgW="1624330" imgH="283210" progId="Equation.2">
                  <p:embed/>
                  <p:pic>
                    <p:nvPicPr>
                      <p:cNvPr id="0" name="图片 3075"/>
                      <p:cNvPicPr/>
                      <p:nvPr/>
                    </p:nvPicPr>
                    <p:blipFill>
                      <a:blip r:embed="rId2">
                        <a:clrChange>
                          <a:clrFrom>
                            <a:srgbClr val="000000"/>
                          </a:clrFrom>
                          <a:clrTo>
                            <a:srgbClr val="000000"/>
                          </a:clrTo>
                        </a:clrChange>
                      </a:blip>
                      <a:stretch>
                        <a:fillRect/>
                      </a:stretch>
                    </p:blipFill>
                    <p:spPr>
                      <a:xfrm>
                        <a:off x="2857500" y="4419600"/>
                        <a:ext cx="3409950" cy="590550"/>
                      </a:xfrm>
                      <a:prstGeom prst="rect">
                        <a:avLst/>
                      </a:prstGeom>
                      <a:noFill/>
                      <a:ln w="38100">
                        <a:noFill/>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Production Functions</a:t>
            </a:r>
            <a:r>
              <a:rPr lang="zh-CN" altLang="en-US" dirty="0">
                <a:ea typeface="宋体" panose="02010600030101010101" pitchFamily="2" charset="-122"/>
              </a:rPr>
              <a:t>生产函数</a:t>
            </a:r>
            <a:endParaRPr lang="en-US" altLang="zh-CN" dirty="0">
              <a:ea typeface="宋体" panose="02010600030101010101" pitchFamily="2" charset="-122"/>
            </a:endParaRPr>
          </a:p>
        </p:txBody>
      </p:sp>
      <p:sp>
        <p:nvSpPr>
          <p:cNvPr id="9218" name="Line 3"/>
          <p:cNvSpPr/>
          <p:nvPr/>
        </p:nvSpPr>
        <p:spPr>
          <a:xfrm>
            <a:off x="1447800" y="2209800"/>
            <a:ext cx="0" cy="3352800"/>
          </a:xfrm>
          <a:prstGeom prst="line">
            <a:avLst/>
          </a:prstGeom>
          <a:ln w="12700" cap="flat" cmpd="sng">
            <a:solidFill>
              <a:schemeClr val="tx1"/>
            </a:solidFill>
            <a:prstDash val="solid"/>
            <a:round/>
            <a:headEnd type="stealth" w="med" len="lg"/>
            <a:tailEnd type="none" w="sm" len="sm"/>
          </a:ln>
        </p:spPr>
      </p:sp>
      <p:sp>
        <p:nvSpPr>
          <p:cNvPr id="9219" name="Line 4"/>
          <p:cNvSpPr/>
          <p:nvPr/>
        </p:nvSpPr>
        <p:spPr>
          <a:xfrm>
            <a:off x="1447800" y="5562600"/>
            <a:ext cx="6324600" cy="0"/>
          </a:xfrm>
          <a:prstGeom prst="line">
            <a:avLst/>
          </a:prstGeom>
          <a:ln w="12700" cap="flat" cmpd="sng">
            <a:solidFill>
              <a:schemeClr val="tx1"/>
            </a:solidFill>
            <a:prstDash val="solid"/>
            <a:round/>
            <a:headEnd type="none" w="sm" len="sm"/>
            <a:tailEnd type="stealth" w="med" len="lg"/>
          </a:ln>
        </p:spPr>
      </p:sp>
      <p:sp>
        <p:nvSpPr>
          <p:cNvPr id="9220" name="Rectangle 5"/>
          <p:cNvSpPr/>
          <p:nvPr/>
        </p:nvSpPr>
        <p:spPr>
          <a:xfrm>
            <a:off x="6400800" y="1752600"/>
            <a:ext cx="2590800" cy="1373188"/>
          </a:xfrm>
          <a:prstGeom prst="rect">
            <a:avLst/>
          </a:prstGeom>
          <a:noFill/>
          <a:ln w="9525">
            <a:noFill/>
          </a:ln>
        </p:spPr>
        <p:txBody>
          <a:bodyPr lIns="92075" tIns="46038" rIns="92075" bIns="46038" anchor="t" anchorCtr="0">
            <a:spAutoFit/>
          </a:bodyPr>
          <a:p>
            <a:pPr eaLnBrk="0" hangingPunct="0">
              <a:buSzTx/>
            </a:pPr>
            <a:r>
              <a:rPr lang="en-US" altLang="zh-CN" sz="2800" dirty="0">
                <a:solidFill>
                  <a:srgbClr val="00FF00"/>
                </a:solidFill>
                <a:latin typeface="Arial" panose="020B0604020202020204" pitchFamily="34" charset="0"/>
                <a:ea typeface="宋体" panose="02010600030101010101" pitchFamily="2" charset="-122"/>
              </a:rPr>
              <a:t>y = f(x) is the</a:t>
            </a:r>
            <a:endParaRPr lang="en-US" altLang="zh-CN" sz="2800" dirty="0">
              <a:solidFill>
                <a:srgbClr val="00FF00"/>
              </a:solidFill>
              <a:latin typeface="Arial" panose="020B0604020202020204" pitchFamily="34" charset="0"/>
              <a:ea typeface="宋体" panose="02010600030101010101" pitchFamily="2" charset="-122"/>
            </a:endParaRPr>
          </a:p>
          <a:p>
            <a:pPr eaLnBrk="0" hangingPunct="0">
              <a:buSzTx/>
            </a:pPr>
            <a:r>
              <a:rPr lang="en-US" altLang="zh-CN" sz="2800" dirty="0">
                <a:solidFill>
                  <a:srgbClr val="00FF00"/>
                </a:solidFill>
                <a:latin typeface="Arial" panose="020B0604020202020204" pitchFamily="34" charset="0"/>
                <a:ea typeface="宋体" panose="02010600030101010101" pitchFamily="2" charset="-122"/>
              </a:rPr>
              <a:t>production</a:t>
            </a:r>
            <a:endParaRPr lang="en-US" altLang="zh-CN" sz="2800" dirty="0">
              <a:solidFill>
                <a:srgbClr val="00FF00"/>
              </a:solidFill>
              <a:latin typeface="Arial" panose="020B0604020202020204" pitchFamily="34" charset="0"/>
              <a:ea typeface="宋体" panose="02010600030101010101" pitchFamily="2" charset="-122"/>
            </a:endParaRPr>
          </a:p>
          <a:p>
            <a:pPr eaLnBrk="0" hangingPunct="0">
              <a:buSzTx/>
            </a:pPr>
            <a:r>
              <a:rPr lang="en-US" altLang="zh-CN" sz="2800" dirty="0">
                <a:solidFill>
                  <a:srgbClr val="00FF00"/>
                </a:solidFill>
                <a:latin typeface="Arial" panose="020B0604020202020204" pitchFamily="34" charset="0"/>
                <a:ea typeface="宋体" panose="02010600030101010101" pitchFamily="2" charset="-122"/>
              </a:rPr>
              <a:t>function.</a:t>
            </a:r>
            <a:endParaRPr lang="en-US" altLang="zh-CN" sz="2800" dirty="0">
              <a:solidFill>
                <a:srgbClr val="00FF00"/>
              </a:solidFill>
              <a:latin typeface="Arial" panose="020B0604020202020204" pitchFamily="34" charset="0"/>
              <a:ea typeface="宋体" panose="02010600030101010101" pitchFamily="2" charset="-122"/>
            </a:endParaRPr>
          </a:p>
        </p:txBody>
      </p:sp>
      <p:sp>
        <p:nvSpPr>
          <p:cNvPr id="9221" name="Line 6"/>
          <p:cNvSpPr/>
          <p:nvPr/>
        </p:nvSpPr>
        <p:spPr>
          <a:xfrm>
            <a:off x="4038600" y="3357563"/>
            <a:ext cx="0" cy="2205037"/>
          </a:xfrm>
          <a:prstGeom prst="line">
            <a:avLst/>
          </a:prstGeom>
          <a:ln w="25400" cap="flat" cmpd="sng">
            <a:solidFill>
              <a:schemeClr val="tx1"/>
            </a:solidFill>
            <a:prstDash val="dash"/>
            <a:round/>
            <a:headEnd type="none" w="sm" len="sm"/>
            <a:tailEnd type="none" w="sm" len="sm"/>
          </a:ln>
        </p:spPr>
      </p:sp>
      <p:sp>
        <p:nvSpPr>
          <p:cNvPr id="9222" name="Rectangle 7"/>
          <p:cNvSpPr/>
          <p:nvPr/>
        </p:nvSpPr>
        <p:spPr>
          <a:xfrm>
            <a:off x="3870325" y="55768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9223" name="Rectangle 8"/>
          <p:cNvSpPr/>
          <p:nvPr/>
        </p:nvSpPr>
        <p:spPr>
          <a:xfrm>
            <a:off x="7756525" y="557688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9224" name="Rectangle 9"/>
          <p:cNvSpPr/>
          <p:nvPr/>
        </p:nvSpPr>
        <p:spPr>
          <a:xfrm>
            <a:off x="3429000" y="6019800"/>
            <a:ext cx="2286000"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Input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9225" name="Rectangle 10"/>
          <p:cNvSpPr/>
          <p:nvPr/>
        </p:nvSpPr>
        <p:spPr>
          <a:xfrm>
            <a:off x="288925" y="1752600"/>
            <a:ext cx="2378075"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Output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9226" name="Line 11"/>
          <p:cNvSpPr/>
          <p:nvPr/>
        </p:nvSpPr>
        <p:spPr>
          <a:xfrm flipH="1">
            <a:off x="1447800" y="3362325"/>
            <a:ext cx="2590800" cy="0"/>
          </a:xfrm>
          <a:prstGeom prst="line">
            <a:avLst/>
          </a:prstGeom>
          <a:ln w="25400" cap="flat" cmpd="sng">
            <a:solidFill>
              <a:schemeClr val="tx1"/>
            </a:solidFill>
            <a:prstDash val="dash"/>
            <a:round/>
            <a:headEnd type="none" w="sm" len="sm"/>
            <a:tailEnd type="none" w="sm" len="sm"/>
          </a:ln>
        </p:spPr>
      </p:sp>
      <p:sp>
        <p:nvSpPr>
          <p:cNvPr id="9227" name="Rectangle 12"/>
          <p:cNvSpPr/>
          <p:nvPr/>
        </p:nvSpPr>
        <p:spPr>
          <a:xfrm>
            <a:off x="974725" y="27574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9228" name="Rectangle 13"/>
          <p:cNvSpPr/>
          <p:nvPr/>
        </p:nvSpPr>
        <p:spPr>
          <a:xfrm>
            <a:off x="4200525" y="3224213"/>
            <a:ext cx="4941888" cy="1373187"/>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 = f(x’) is the maximal output level obtainable from x’ input units.</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9229" name="Rectangle 14"/>
          <p:cNvSpPr/>
          <p:nvPr/>
        </p:nvSpPr>
        <p:spPr>
          <a:xfrm>
            <a:off x="2274888" y="1036638"/>
            <a:ext cx="44053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One input, one output</a:t>
            </a:r>
            <a:endParaRPr lang="en-US" altLang="zh-CN" dirty="0">
              <a:solidFill>
                <a:schemeClr val="tx1"/>
              </a:solidFill>
              <a:latin typeface="Arial" panose="020B0604020202020204" pitchFamily="34" charset="0"/>
              <a:ea typeface="宋体" panose="02010600030101010101" pitchFamily="2" charset="-122"/>
            </a:endParaRPr>
          </a:p>
        </p:txBody>
      </p:sp>
      <p:sp>
        <p:nvSpPr>
          <p:cNvPr id="9230" name="Arc 15"/>
          <p:cNvSpPr/>
          <p:nvPr/>
        </p:nvSpPr>
        <p:spPr>
          <a:xfrm rot="10500000">
            <a:off x="1403350" y="3048000"/>
            <a:ext cx="5140325" cy="3173413"/>
          </a:xfrm>
          <a:custGeom>
            <a:avLst/>
            <a:gdLst/>
            <a:ahLst/>
            <a:cxnLst>
              <a:cxn ang="0">
                <a:pos x="2147483646" y="2147483646"/>
              </a:cxn>
              <a:cxn ang="0">
                <a:pos x="0" y="2147483646"/>
              </a:cxn>
              <a:cxn ang="0">
                <a:pos x="0" y="0"/>
              </a:cxn>
            </a:cxnLst>
            <a:pathLst>
              <a:path w="20738" h="21600" fill="none">
                <a:moveTo>
                  <a:pt x="20738" y="6041"/>
                </a:moveTo>
                <a:cubicBezTo>
                  <a:pt x="18052" y="15260"/>
                  <a:pt x="9602" y="21599"/>
                  <a:pt x="0" y="21600"/>
                </a:cubicBezTo>
              </a:path>
              <a:path w="20738" h="21600" stroke="0">
                <a:moveTo>
                  <a:pt x="20738" y="6041"/>
                </a:moveTo>
                <a:cubicBezTo>
                  <a:pt x="18052" y="15260"/>
                  <a:pt x="9602" y="21599"/>
                  <a:pt x="0" y="21600"/>
                </a:cubicBezTo>
                <a:lnTo>
                  <a:pt x="0" y="0"/>
                </a:lnTo>
                <a:lnTo>
                  <a:pt x="20738" y="6041"/>
                </a:lnTo>
                <a:close/>
              </a:path>
            </a:pathLst>
          </a:custGeom>
          <a:noFill/>
          <a:ln w="25400" cap="rnd" cmpd="sng">
            <a:solidFill>
              <a:srgbClr val="00FF00"/>
            </a:solidFill>
            <a:prstDash val="solid"/>
            <a:round/>
            <a:headEnd type="none" w="sm" len="sm"/>
            <a:tailEnd type="none" w="sm" len="sm"/>
          </a:ln>
        </p:spPr>
        <p:txBody>
          <a:bodyPr/>
          <a:p>
            <a:endParaRPr lang="zh-CN" altLang="en-US"/>
          </a:p>
        </p:txBody>
      </p:sp>
      <p:sp>
        <p:nvSpPr>
          <p:cNvPr id="9231" name="Oval 16"/>
          <p:cNvSpPr/>
          <p:nvPr/>
        </p:nvSpPr>
        <p:spPr>
          <a:xfrm>
            <a:off x="3930650" y="3248025"/>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Production Sets</a:t>
            </a:r>
            <a:r>
              <a:rPr lang="zh-CN" altLang="en-US" dirty="0">
                <a:ea typeface="宋体" panose="02010600030101010101" pitchFamily="2" charset="-122"/>
              </a:rPr>
              <a:t>生产集合</a:t>
            </a:r>
            <a:endParaRPr lang="en-US" altLang="zh-CN" dirty="0">
              <a:ea typeface="宋体" panose="02010600030101010101" pitchFamily="2" charset="-122"/>
            </a:endParaRPr>
          </a:p>
        </p:txBody>
      </p:sp>
      <p:sp>
        <p:nvSpPr>
          <p:cNvPr id="10242" name="Rectangle 3"/>
          <p:cNvSpPr>
            <a:spLocks noGrp="1"/>
          </p:cNvSpPr>
          <p:nvPr>
            <p:ph idx="1"/>
          </p:nvPr>
        </p:nvSpPr>
        <p:spPr>
          <a:xfrm>
            <a:off x="685800" y="1714500"/>
            <a:ext cx="8153400" cy="4152900"/>
          </a:xfrm>
          <a:ln/>
        </p:spPr>
        <p:txBody>
          <a:bodyPr vert="horz" wrap="square" lIns="92075" tIns="46038" rIns="92075" bIns="46038" anchor="t" anchorCtr="0"/>
          <a:p>
            <a:r>
              <a:rPr lang="en-US" altLang="zh-CN" dirty="0">
                <a:ea typeface="宋体" panose="02010600030101010101" pitchFamily="2" charset="-122"/>
              </a:rPr>
              <a:t>A </a:t>
            </a:r>
            <a:r>
              <a:rPr lang="en-US" altLang="zh-CN" dirty="0">
                <a:solidFill>
                  <a:schemeClr val="tx2"/>
                </a:solidFill>
                <a:ea typeface="宋体" panose="02010600030101010101" pitchFamily="2" charset="-122"/>
              </a:rPr>
              <a:t>production plan</a:t>
            </a:r>
            <a:r>
              <a:rPr lang="en-US" altLang="zh-CN" dirty="0">
                <a:ea typeface="宋体" panose="02010600030101010101" pitchFamily="2" charset="-122"/>
              </a:rPr>
              <a:t> is an input bundle and an output level; (x</a:t>
            </a:r>
            <a:r>
              <a:rPr lang="en-US" altLang="zh-CN" baseline="-25000" dirty="0">
                <a:ea typeface="宋体" panose="02010600030101010101" pitchFamily="2" charset="-122"/>
              </a:rPr>
              <a:t>1</a:t>
            </a:r>
            <a:r>
              <a:rPr lang="en-US" altLang="zh-CN" dirty="0">
                <a:ea typeface="宋体" panose="02010600030101010101" pitchFamily="2" charset="-122"/>
              </a:rPr>
              <a:t>, … , x</a:t>
            </a:r>
            <a:r>
              <a:rPr lang="en-US" altLang="zh-CN" baseline="-25000" dirty="0">
                <a:ea typeface="宋体" panose="02010600030101010101" pitchFamily="2" charset="-122"/>
              </a:rPr>
              <a:t>n</a:t>
            </a:r>
            <a:r>
              <a:rPr lang="en-US" altLang="zh-CN" dirty="0">
                <a:ea typeface="宋体" panose="02010600030101010101" pitchFamily="2" charset="-122"/>
              </a:rPr>
              <a:t>, y).</a:t>
            </a:r>
            <a:endParaRPr lang="en-US" altLang="zh-CN" dirty="0">
              <a:ea typeface="宋体" panose="02010600030101010101" pitchFamily="2" charset="-122"/>
            </a:endParaRPr>
          </a:p>
          <a:p>
            <a:pPr>
              <a:lnSpc>
                <a:spcPct val="120000"/>
              </a:lnSpc>
            </a:pPr>
            <a:r>
              <a:rPr lang="en-US" altLang="zh-CN" dirty="0">
                <a:ea typeface="宋体" panose="02010600030101010101" pitchFamily="2" charset="-122"/>
              </a:rPr>
              <a:t>A production plan is </a:t>
            </a:r>
            <a:r>
              <a:rPr lang="en-US" altLang="zh-CN" dirty="0">
                <a:solidFill>
                  <a:schemeClr val="tx2"/>
                </a:solidFill>
                <a:ea typeface="宋体" panose="02010600030101010101" pitchFamily="2" charset="-122"/>
              </a:rPr>
              <a:t>feasible</a:t>
            </a:r>
            <a:r>
              <a:rPr lang="en-US" altLang="zh-CN" dirty="0">
                <a:ea typeface="宋体" panose="02010600030101010101" pitchFamily="2" charset="-122"/>
              </a:rPr>
              <a:t> if</a:t>
            </a:r>
            <a:br>
              <a:rPr lang="en-US" altLang="zh-CN" dirty="0">
                <a:ea typeface="宋体" panose="02010600030101010101" pitchFamily="2" charset="-122"/>
              </a:rPr>
            </a:br>
            <a:br>
              <a:rPr lang="en-US" altLang="zh-CN" dirty="0">
                <a:ea typeface="宋体" panose="02010600030101010101" pitchFamily="2" charset="-122"/>
              </a:rPr>
            </a:br>
            <a:endParaRPr lang="en-US" altLang="zh-CN" dirty="0">
              <a:ea typeface="宋体" panose="02010600030101010101" pitchFamily="2" charset="-122"/>
            </a:endParaRPr>
          </a:p>
          <a:p>
            <a:pPr>
              <a:lnSpc>
                <a:spcPct val="120000"/>
              </a:lnSpc>
            </a:pPr>
            <a:r>
              <a:rPr lang="en-US" altLang="zh-CN" dirty="0">
                <a:ea typeface="宋体" panose="02010600030101010101" pitchFamily="2" charset="-122"/>
              </a:rPr>
              <a:t>The collection of all feasible production plans is the </a:t>
            </a:r>
            <a:r>
              <a:rPr lang="en-US" altLang="zh-CN" dirty="0">
                <a:solidFill>
                  <a:schemeClr val="tx2"/>
                </a:solidFill>
                <a:ea typeface="宋体" panose="02010600030101010101" pitchFamily="2" charset="-122"/>
              </a:rPr>
              <a:t>production set or technology set</a:t>
            </a:r>
            <a:r>
              <a:rPr lang="en-US" altLang="zh-CN" dirty="0">
                <a:ea typeface="宋体" panose="02010600030101010101" pitchFamily="2" charset="-122"/>
              </a:rPr>
              <a:t>.</a:t>
            </a:r>
            <a:endParaRPr lang="en-US" altLang="zh-CN" dirty="0">
              <a:ea typeface="宋体" panose="02010600030101010101" pitchFamily="2" charset="-122"/>
            </a:endParaRPr>
          </a:p>
        </p:txBody>
      </p:sp>
      <p:graphicFrame>
        <p:nvGraphicFramePr>
          <p:cNvPr id="10243" name="Object 0"/>
          <p:cNvGraphicFramePr/>
          <p:nvPr/>
        </p:nvGraphicFramePr>
        <p:xfrm>
          <a:off x="2789238" y="3524250"/>
          <a:ext cx="3382962" cy="581025"/>
        </p:xfrm>
        <a:graphic>
          <a:graphicData uri="http://schemas.openxmlformats.org/presentationml/2006/ole">
            <mc:AlternateContent xmlns:mc="http://schemas.openxmlformats.org/markup-compatibility/2006">
              <mc:Choice xmlns:v="urn:schemas-microsoft-com:vml" Requires="v">
                <p:oleObj spid="_x0000_s3077" name="" r:id="rId1" imgW="1615440" imgH="283210" progId="Equation.2">
                  <p:embed/>
                </p:oleObj>
              </mc:Choice>
              <mc:Fallback>
                <p:oleObj name="" r:id="rId1" imgW="1615440" imgH="283210" progId="Equation.2">
                  <p:embed/>
                  <p:pic>
                    <p:nvPicPr>
                      <p:cNvPr id="0" name="图片 3076"/>
                      <p:cNvPicPr/>
                      <p:nvPr/>
                    </p:nvPicPr>
                    <p:blipFill>
                      <a:blip r:embed="rId2">
                        <a:clrChange>
                          <a:clrFrom>
                            <a:srgbClr val="000000"/>
                          </a:clrFrom>
                          <a:clrTo>
                            <a:srgbClr val="000000"/>
                          </a:clrTo>
                        </a:clrChange>
                      </a:blip>
                      <a:stretch>
                        <a:fillRect/>
                      </a:stretch>
                    </p:blipFill>
                    <p:spPr>
                      <a:xfrm>
                        <a:off x="2789238" y="3524250"/>
                        <a:ext cx="3382962" cy="581025"/>
                      </a:xfrm>
                      <a:prstGeom prst="rect">
                        <a:avLst/>
                      </a:prstGeom>
                      <a:noFill/>
                      <a:ln w="38100">
                        <a:noFill/>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Production Sets</a:t>
            </a:r>
            <a:r>
              <a:rPr lang="zh-CN" altLang="en-US" dirty="0">
                <a:ea typeface="宋体" panose="02010600030101010101" pitchFamily="2" charset="-122"/>
              </a:rPr>
              <a:t>生产集合</a:t>
            </a:r>
            <a:endParaRPr lang="en-US" altLang="zh-CN" dirty="0">
              <a:ea typeface="宋体" panose="02010600030101010101" pitchFamily="2" charset="-122"/>
            </a:endParaRPr>
          </a:p>
        </p:txBody>
      </p:sp>
      <p:sp>
        <p:nvSpPr>
          <p:cNvPr id="11266" name="Line 3"/>
          <p:cNvSpPr/>
          <p:nvPr/>
        </p:nvSpPr>
        <p:spPr>
          <a:xfrm>
            <a:off x="1447800" y="2209800"/>
            <a:ext cx="0" cy="3352800"/>
          </a:xfrm>
          <a:prstGeom prst="line">
            <a:avLst/>
          </a:prstGeom>
          <a:ln w="12700" cap="flat" cmpd="sng">
            <a:solidFill>
              <a:schemeClr val="tx1"/>
            </a:solidFill>
            <a:prstDash val="solid"/>
            <a:round/>
            <a:headEnd type="stealth" w="med" len="lg"/>
            <a:tailEnd type="none" w="sm" len="sm"/>
          </a:ln>
        </p:spPr>
      </p:sp>
      <p:sp>
        <p:nvSpPr>
          <p:cNvPr id="11267" name="Line 4"/>
          <p:cNvSpPr/>
          <p:nvPr/>
        </p:nvSpPr>
        <p:spPr>
          <a:xfrm>
            <a:off x="1447800" y="5562600"/>
            <a:ext cx="6324600" cy="0"/>
          </a:xfrm>
          <a:prstGeom prst="line">
            <a:avLst/>
          </a:prstGeom>
          <a:ln w="12700" cap="flat" cmpd="sng">
            <a:solidFill>
              <a:schemeClr val="tx1"/>
            </a:solidFill>
            <a:prstDash val="solid"/>
            <a:round/>
            <a:headEnd type="none" w="sm" len="sm"/>
            <a:tailEnd type="stealth" w="med" len="lg"/>
          </a:ln>
        </p:spPr>
      </p:sp>
      <p:sp>
        <p:nvSpPr>
          <p:cNvPr id="11268" name="Rectangle 5"/>
          <p:cNvSpPr/>
          <p:nvPr/>
        </p:nvSpPr>
        <p:spPr>
          <a:xfrm>
            <a:off x="6400800" y="1752600"/>
            <a:ext cx="2590800" cy="1373188"/>
          </a:xfrm>
          <a:prstGeom prst="rect">
            <a:avLst/>
          </a:prstGeom>
          <a:noFill/>
          <a:ln w="9525">
            <a:noFill/>
          </a:ln>
        </p:spPr>
        <p:txBody>
          <a:bodyPr lIns="92075" tIns="46038" rIns="92075" bIns="46038" anchor="t" anchorCtr="0">
            <a:spAutoFit/>
          </a:bodyPr>
          <a:p>
            <a:pPr eaLnBrk="0" hangingPunct="0">
              <a:buSzTx/>
            </a:pPr>
            <a:r>
              <a:rPr lang="en-US" altLang="zh-CN" sz="2800" dirty="0">
                <a:solidFill>
                  <a:srgbClr val="00FF00"/>
                </a:solidFill>
                <a:latin typeface="Arial" panose="020B0604020202020204" pitchFamily="34" charset="0"/>
                <a:ea typeface="宋体" panose="02010600030101010101" pitchFamily="2" charset="-122"/>
              </a:rPr>
              <a:t>y = f(x) is the</a:t>
            </a:r>
            <a:endParaRPr lang="en-US" altLang="zh-CN" sz="2800" dirty="0">
              <a:solidFill>
                <a:srgbClr val="00FF00"/>
              </a:solidFill>
              <a:latin typeface="Arial" panose="020B0604020202020204" pitchFamily="34" charset="0"/>
              <a:ea typeface="宋体" panose="02010600030101010101" pitchFamily="2" charset="-122"/>
            </a:endParaRPr>
          </a:p>
          <a:p>
            <a:pPr eaLnBrk="0" hangingPunct="0">
              <a:buSzTx/>
            </a:pPr>
            <a:r>
              <a:rPr lang="en-US" altLang="zh-CN" sz="2800" dirty="0">
                <a:solidFill>
                  <a:srgbClr val="00FF00"/>
                </a:solidFill>
                <a:latin typeface="Arial" panose="020B0604020202020204" pitchFamily="34" charset="0"/>
                <a:ea typeface="宋体" panose="02010600030101010101" pitchFamily="2" charset="-122"/>
              </a:rPr>
              <a:t>production</a:t>
            </a:r>
            <a:endParaRPr lang="en-US" altLang="zh-CN" sz="2800" dirty="0">
              <a:solidFill>
                <a:srgbClr val="00FF00"/>
              </a:solidFill>
              <a:latin typeface="Arial" panose="020B0604020202020204" pitchFamily="34" charset="0"/>
              <a:ea typeface="宋体" panose="02010600030101010101" pitchFamily="2" charset="-122"/>
            </a:endParaRPr>
          </a:p>
          <a:p>
            <a:pPr eaLnBrk="0" hangingPunct="0">
              <a:buSzTx/>
            </a:pPr>
            <a:r>
              <a:rPr lang="en-US" altLang="zh-CN" sz="2800" dirty="0">
                <a:solidFill>
                  <a:srgbClr val="00FF00"/>
                </a:solidFill>
                <a:latin typeface="Arial" panose="020B0604020202020204" pitchFamily="34" charset="0"/>
                <a:ea typeface="宋体" panose="02010600030101010101" pitchFamily="2" charset="-122"/>
              </a:rPr>
              <a:t>function.</a:t>
            </a:r>
            <a:endParaRPr lang="en-US" altLang="zh-CN" sz="2800" dirty="0">
              <a:solidFill>
                <a:srgbClr val="33CC33"/>
              </a:solidFill>
              <a:latin typeface="Arial" panose="020B0604020202020204" pitchFamily="34" charset="0"/>
              <a:ea typeface="宋体" panose="02010600030101010101" pitchFamily="2" charset="-122"/>
            </a:endParaRPr>
          </a:p>
        </p:txBody>
      </p:sp>
      <p:sp>
        <p:nvSpPr>
          <p:cNvPr id="11269" name="Line 6"/>
          <p:cNvSpPr/>
          <p:nvPr/>
        </p:nvSpPr>
        <p:spPr>
          <a:xfrm>
            <a:off x="4038600" y="3357563"/>
            <a:ext cx="0" cy="2205037"/>
          </a:xfrm>
          <a:prstGeom prst="line">
            <a:avLst/>
          </a:prstGeom>
          <a:ln w="25400" cap="flat" cmpd="sng">
            <a:solidFill>
              <a:schemeClr val="tx1"/>
            </a:solidFill>
            <a:prstDash val="dash"/>
            <a:round/>
            <a:headEnd type="none" w="sm" len="sm"/>
            <a:tailEnd type="none" w="sm" len="sm"/>
          </a:ln>
        </p:spPr>
      </p:sp>
      <p:sp>
        <p:nvSpPr>
          <p:cNvPr id="11270" name="Rectangle 7"/>
          <p:cNvSpPr/>
          <p:nvPr/>
        </p:nvSpPr>
        <p:spPr>
          <a:xfrm>
            <a:off x="3870325" y="55768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1271" name="Line 8"/>
          <p:cNvSpPr/>
          <p:nvPr/>
        </p:nvSpPr>
        <p:spPr>
          <a:xfrm flipH="1">
            <a:off x="1447800" y="4606925"/>
            <a:ext cx="2590800" cy="0"/>
          </a:xfrm>
          <a:prstGeom prst="line">
            <a:avLst/>
          </a:prstGeom>
          <a:ln w="25400" cap="flat" cmpd="sng">
            <a:solidFill>
              <a:schemeClr val="tx1"/>
            </a:solidFill>
            <a:prstDash val="dash"/>
            <a:round/>
            <a:headEnd type="none" w="sm" len="sm"/>
            <a:tailEnd type="none" w="sm" len="sm"/>
          </a:ln>
        </p:spPr>
      </p:sp>
      <p:sp>
        <p:nvSpPr>
          <p:cNvPr id="11272" name="Rectangle 9"/>
          <p:cNvSpPr/>
          <p:nvPr/>
        </p:nvSpPr>
        <p:spPr>
          <a:xfrm>
            <a:off x="7756525" y="557688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1273" name="Rectangle 10"/>
          <p:cNvSpPr/>
          <p:nvPr/>
        </p:nvSpPr>
        <p:spPr>
          <a:xfrm>
            <a:off x="3429000" y="6019800"/>
            <a:ext cx="2286000"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Input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1274" name="Rectangle 11"/>
          <p:cNvSpPr/>
          <p:nvPr/>
        </p:nvSpPr>
        <p:spPr>
          <a:xfrm>
            <a:off x="288925" y="1752600"/>
            <a:ext cx="2378075"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Output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1275" name="Line 12"/>
          <p:cNvSpPr/>
          <p:nvPr/>
        </p:nvSpPr>
        <p:spPr>
          <a:xfrm flipH="1">
            <a:off x="1447800" y="3362325"/>
            <a:ext cx="2590800" cy="0"/>
          </a:xfrm>
          <a:prstGeom prst="line">
            <a:avLst/>
          </a:prstGeom>
          <a:ln w="25400" cap="flat" cmpd="sng">
            <a:solidFill>
              <a:schemeClr val="tx1"/>
            </a:solidFill>
            <a:prstDash val="dash"/>
            <a:round/>
            <a:headEnd type="none" w="sm" len="sm"/>
            <a:tailEnd type="none" w="sm" len="sm"/>
          </a:ln>
        </p:spPr>
      </p:sp>
      <p:sp>
        <p:nvSpPr>
          <p:cNvPr id="11276" name="Rectangle 13"/>
          <p:cNvSpPr/>
          <p:nvPr/>
        </p:nvSpPr>
        <p:spPr>
          <a:xfrm>
            <a:off x="974725" y="27574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1277" name="Rectangle 14"/>
          <p:cNvSpPr/>
          <p:nvPr/>
        </p:nvSpPr>
        <p:spPr>
          <a:xfrm>
            <a:off x="914400" y="4291013"/>
            <a:ext cx="762000" cy="519112"/>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1278" name="Rectangle 15"/>
          <p:cNvSpPr/>
          <p:nvPr/>
        </p:nvSpPr>
        <p:spPr>
          <a:xfrm>
            <a:off x="4343400" y="3133725"/>
            <a:ext cx="4648200" cy="1244600"/>
          </a:xfrm>
          <a:prstGeom prst="rect">
            <a:avLst/>
          </a:prstGeom>
          <a:noFill/>
          <a:ln w="9525">
            <a:noFill/>
          </a:ln>
        </p:spPr>
        <p:txBody>
          <a:bodyPr lIns="92075" tIns="46038" rIns="92075" bIns="46038" anchor="t" anchorCtr="0">
            <a:spAutoFit/>
          </a:bodyPr>
          <a:p>
            <a:pPr eaLnBrk="0" hangingPunct="0">
              <a:lnSpc>
                <a:spcPct val="90000"/>
              </a:lnSpc>
              <a:buSzTx/>
            </a:pPr>
            <a:r>
              <a:rPr lang="en-US" altLang="zh-CN" sz="2800" dirty="0">
                <a:solidFill>
                  <a:schemeClr val="tx1"/>
                </a:solidFill>
                <a:latin typeface="Arial" panose="020B0604020202020204" pitchFamily="34" charset="0"/>
                <a:ea typeface="宋体" panose="02010600030101010101" pitchFamily="2" charset="-122"/>
              </a:rPr>
              <a:t>y’ = f(x’) is the maximal output level obtainable from x’ input units.</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1279" name="Rectangle 16"/>
          <p:cNvSpPr/>
          <p:nvPr/>
        </p:nvSpPr>
        <p:spPr>
          <a:xfrm>
            <a:off x="1965325" y="1036638"/>
            <a:ext cx="44053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One input, one output</a:t>
            </a:r>
            <a:endParaRPr lang="en-US" altLang="zh-CN" dirty="0">
              <a:solidFill>
                <a:schemeClr val="tx1"/>
              </a:solidFill>
              <a:latin typeface="Arial" panose="020B0604020202020204" pitchFamily="34" charset="0"/>
              <a:ea typeface="宋体" panose="02010600030101010101" pitchFamily="2" charset="-122"/>
            </a:endParaRPr>
          </a:p>
        </p:txBody>
      </p:sp>
      <p:sp>
        <p:nvSpPr>
          <p:cNvPr id="11280" name="Arc 17"/>
          <p:cNvSpPr/>
          <p:nvPr/>
        </p:nvSpPr>
        <p:spPr>
          <a:xfrm rot="10500000">
            <a:off x="1403350" y="3048000"/>
            <a:ext cx="5140325" cy="3173413"/>
          </a:xfrm>
          <a:custGeom>
            <a:avLst/>
            <a:gdLst/>
            <a:ahLst/>
            <a:cxnLst>
              <a:cxn ang="0">
                <a:pos x="2147483646" y="2147483646"/>
              </a:cxn>
              <a:cxn ang="0">
                <a:pos x="0" y="2147483646"/>
              </a:cxn>
              <a:cxn ang="0">
                <a:pos x="0" y="0"/>
              </a:cxn>
            </a:cxnLst>
            <a:pathLst>
              <a:path w="20738" h="21600" fill="none">
                <a:moveTo>
                  <a:pt x="20738" y="6041"/>
                </a:moveTo>
                <a:cubicBezTo>
                  <a:pt x="18052" y="15260"/>
                  <a:pt x="9602" y="21599"/>
                  <a:pt x="0" y="21600"/>
                </a:cubicBezTo>
              </a:path>
              <a:path w="20738" h="21600" stroke="0">
                <a:moveTo>
                  <a:pt x="20738" y="6041"/>
                </a:moveTo>
                <a:cubicBezTo>
                  <a:pt x="18052" y="15260"/>
                  <a:pt x="9602" y="21599"/>
                  <a:pt x="0" y="21600"/>
                </a:cubicBezTo>
                <a:lnTo>
                  <a:pt x="0" y="0"/>
                </a:lnTo>
                <a:lnTo>
                  <a:pt x="20738" y="6041"/>
                </a:lnTo>
                <a:close/>
              </a:path>
            </a:pathLst>
          </a:custGeom>
          <a:noFill/>
          <a:ln w="25400" cap="rnd" cmpd="sng">
            <a:solidFill>
              <a:srgbClr val="00FF00"/>
            </a:solidFill>
            <a:prstDash val="solid"/>
            <a:round/>
            <a:headEnd type="none" w="sm" len="sm"/>
            <a:tailEnd type="none" w="sm" len="sm"/>
          </a:ln>
        </p:spPr>
        <p:txBody>
          <a:bodyPr/>
          <a:p>
            <a:endParaRPr lang="zh-CN" altLang="en-US"/>
          </a:p>
        </p:txBody>
      </p:sp>
      <p:sp>
        <p:nvSpPr>
          <p:cNvPr id="11281" name="Rectangle 18"/>
          <p:cNvSpPr/>
          <p:nvPr/>
        </p:nvSpPr>
        <p:spPr>
          <a:xfrm>
            <a:off x="4343400" y="4319588"/>
            <a:ext cx="4648200" cy="1244600"/>
          </a:xfrm>
          <a:prstGeom prst="rect">
            <a:avLst/>
          </a:prstGeom>
          <a:noFill/>
          <a:ln w="9525">
            <a:noFill/>
          </a:ln>
        </p:spPr>
        <p:txBody>
          <a:bodyPr lIns="92075" tIns="46038" rIns="92075" bIns="46038" anchor="t" anchorCtr="0">
            <a:spAutoFit/>
          </a:bodyPr>
          <a:p>
            <a:pPr eaLnBrk="0" hangingPunct="0">
              <a:lnSpc>
                <a:spcPct val="90000"/>
              </a:lnSpc>
              <a:buSzTx/>
            </a:pPr>
            <a:r>
              <a:rPr lang="en-US" altLang="zh-CN" sz="2800" dirty="0">
                <a:solidFill>
                  <a:schemeClr val="tx1"/>
                </a:solidFill>
                <a:latin typeface="Arial" panose="020B0604020202020204" pitchFamily="34" charset="0"/>
                <a:ea typeface="宋体" panose="02010600030101010101" pitchFamily="2" charset="-122"/>
              </a:rPr>
              <a:t>y” = f(x’) is an output level that is feasible from x’ input units.</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1282" name="Oval 19"/>
          <p:cNvSpPr/>
          <p:nvPr/>
        </p:nvSpPr>
        <p:spPr>
          <a:xfrm>
            <a:off x="3930650" y="4487863"/>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1283" name="Oval 20"/>
          <p:cNvSpPr/>
          <p:nvPr/>
        </p:nvSpPr>
        <p:spPr>
          <a:xfrm>
            <a:off x="3930650" y="3248025"/>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Production Sets</a:t>
            </a:r>
            <a:r>
              <a:rPr lang="zh-CN" altLang="en-US" dirty="0">
                <a:ea typeface="宋体" panose="02010600030101010101" pitchFamily="2" charset="-122"/>
              </a:rPr>
              <a:t>生产集合</a:t>
            </a:r>
            <a:endParaRPr lang="en-US" altLang="zh-CN" dirty="0">
              <a:ea typeface="宋体" panose="02010600030101010101" pitchFamily="2" charset="-122"/>
            </a:endParaRPr>
          </a:p>
        </p:txBody>
      </p:sp>
      <p:sp>
        <p:nvSpPr>
          <p:cNvPr id="12290" name="Rectangle 3"/>
          <p:cNvSpPr/>
          <p:nvPr/>
        </p:nvSpPr>
        <p:spPr>
          <a:xfrm>
            <a:off x="746125" y="1341438"/>
            <a:ext cx="4440238" cy="58578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a:t>
            </a:r>
            <a:r>
              <a:rPr lang="en-US" altLang="zh-CN" dirty="0">
                <a:solidFill>
                  <a:srgbClr val="FFFF00"/>
                </a:solidFill>
                <a:latin typeface="Arial" panose="020B0604020202020204" pitchFamily="34" charset="0"/>
                <a:ea typeface="宋体" panose="02010600030101010101" pitchFamily="2" charset="-122"/>
              </a:rPr>
              <a:t>production set</a:t>
            </a:r>
            <a:r>
              <a:rPr lang="en-US" altLang="zh-CN" dirty="0">
                <a:solidFill>
                  <a:schemeClr val="tx1"/>
                </a:solidFill>
                <a:latin typeface="Arial" panose="020B0604020202020204" pitchFamily="34" charset="0"/>
                <a:ea typeface="宋体" panose="02010600030101010101" pitchFamily="2" charset="-122"/>
              </a:rPr>
              <a:t> is </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12291" name="Object 0"/>
          <p:cNvGraphicFramePr/>
          <p:nvPr/>
        </p:nvGraphicFramePr>
        <p:xfrm>
          <a:off x="738188" y="2268538"/>
          <a:ext cx="7640637" cy="1225550"/>
        </p:xfrm>
        <a:graphic>
          <a:graphicData uri="http://schemas.openxmlformats.org/presentationml/2006/ole">
            <mc:AlternateContent xmlns:mc="http://schemas.openxmlformats.org/markup-compatibility/2006">
              <mc:Choice xmlns:v="urn:schemas-microsoft-com:vml" Requires="v">
                <p:oleObj spid="_x0000_s3078" name="" r:id="rId1" imgW="4070985" imgH="666115" progId="Equation.2">
                  <p:embed/>
                </p:oleObj>
              </mc:Choice>
              <mc:Fallback>
                <p:oleObj name="" r:id="rId1" imgW="4070985" imgH="666115" progId="Equation.2">
                  <p:embed/>
                  <p:pic>
                    <p:nvPicPr>
                      <p:cNvPr id="0" name="图片 3077"/>
                      <p:cNvPicPr/>
                      <p:nvPr/>
                    </p:nvPicPr>
                    <p:blipFill>
                      <a:blip r:embed="rId2">
                        <a:clrChange>
                          <a:clrFrom>
                            <a:srgbClr val="000000"/>
                          </a:clrFrom>
                          <a:clrTo>
                            <a:srgbClr val="000000"/>
                          </a:clrTo>
                        </a:clrChange>
                      </a:blip>
                      <a:stretch>
                        <a:fillRect/>
                      </a:stretch>
                    </p:blipFill>
                    <p:spPr>
                      <a:xfrm>
                        <a:off x="738188" y="2268538"/>
                        <a:ext cx="7640637" cy="1225550"/>
                      </a:xfrm>
                      <a:prstGeom prst="rect">
                        <a:avLst/>
                      </a:prstGeom>
                      <a:noFill/>
                      <a:ln w="38100">
                        <a:noFill/>
                        <a:miter/>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Production Sets</a:t>
            </a:r>
            <a:r>
              <a:rPr lang="zh-CN" altLang="en-US" dirty="0">
                <a:ea typeface="宋体" panose="02010600030101010101" pitchFamily="2" charset="-122"/>
              </a:rPr>
              <a:t>生产集合</a:t>
            </a:r>
            <a:endParaRPr lang="en-US" altLang="zh-CN" dirty="0">
              <a:ea typeface="宋体" panose="02010600030101010101" pitchFamily="2" charset="-122"/>
            </a:endParaRPr>
          </a:p>
        </p:txBody>
      </p:sp>
      <p:sp>
        <p:nvSpPr>
          <p:cNvPr id="13314" name="Rectangle 5"/>
          <p:cNvSpPr/>
          <p:nvPr/>
        </p:nvSpPr>
        <p:spPr>
          <a:xfrm>
            <a:off x="3870325" y="55768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3315" name="Rectangle 6"/>
          <p:cNvSpPr/>
          <p:nvPr/>
        </p:nvSpPr>
        <p:spPr>
          <a:xfrm>
            <a:off x="7756525" y="557688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3316" name="Rectangle 7"/>
          <p:cNvSpPr/>
          <p:nvPr/>
        </p:nvSpPr>
        <p:spPr>
          <a:xfrm>
            <a:off x="3429000" y="6019800"/>
            <a:ext cx="2286000"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Input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3317" name="Rectangle 8"/>
          <p:cNvSpPr/>
          <p:nvPr/>
        </p:nvSpPr>
        <p:spPr>
          <a:xfrm>
            <a:off x="288925" y="1752600"/>
            <a:ext cx="2378075"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Output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3318" name="Rectangle 10"/>
          <p:cNvSpPr/>
          <p:nvPr/>
        </p:nvSpPr>
        <p:spPr>
          <a:xfrm>
            <a:off x="974725" y="27574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3319" name="Rectangle 11"/>
          <p:cNvSpPr/>
          <p:nvPr/>
        </p:nvSpPr>
        <p:spPr>
          <a:xfrm>
            <a:off x="1965325" y="1036638"/>
            <a:ext cx="44053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One input, one output</a:t>
            </a:r>
            <a:endParaRPr lang="en-US" altLang="zh-CN" dirty="0">
              <a:solidFill>
                <a:schemeClr val="tx1"/>
              </a:solidFill>
              <a:latin typeface="Arial" panose="020B0604020202020204" pitchFamily="34" charset="0"/>
              <a:ea typeface="宋体" panose="02010600030101010101" pitchFamily="2" charset="-122"/>
            </a:endParaRPr>
          </a:p>
        </p:txBody>
      </p:sp>
      <p:sp>
        <p:nvSpPr>
          <p:cNvPr id="13320" name="Rectangle 12"/>
          <p:cNvSpPr/>
          <p:nvPr/>
        </p:nvSpPr>
        <p:spPr>
          <a:xfrm>
            <a:off x="914400" y="4291013"/>
            <a:ext cx="762000" cy="519112"/>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3321" name="Rectangle 19"/>
          <p:cNvSpPr/>
          <p:nvPr/>
        </p:nvSpPr>
        <p:spPr>
          <a:xfrm>
            <a:off x="6386513" y="3581400"/>
            <a:ext cx="2811462" cy="946150"/>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The technology</a:t>
            </a:r>
            <a:br>
              <a:rPr lang="en-US" altLang="zh-CN" sz="2800" dirty="0">
                <a:solidFill>
                  <a:schemeClr val="tx1"/>
                </a:solidFill>
                <a:latin typeface="Arial" panose="020B0604020202020204" pitchFamily="34" charset="0"/>
                <a:ea typeface="宋体" panose="02010600030101010101" pitchFamily="2" charset="-122"/>
              </a:rPr>
            </a:br>
            <a:r>
              <a:rPr lang="en-US" altLang="zh-CN" sz="2800" dirty="0">
                <a:solidFill>
                  <a:schemeClr val="tx1"/>
                </a:solidFill>
                <a:latin typeface="Arial" panose="020B0604020202020204" pitchFamily="34" charset="0"/>
                <a:ea typeface="宋体" panose="02010600030101010101" pitchFamily="2" charset="-122"/>
              </a:rPr>
              <a:t>set</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3322" name="Freeform 22"/>
          <p:cNvSpPr/>
          <p:nvPr/>
        </p:nvSpPr>
        <p:spPr>
          <a:xfrm>
            <a:off x="1447800" y="2844800"/>
            <a:ext cx="4902200" cy="2717800"/>
          </a:xfrm>
          <a:custGeom>
            <a:avLst/>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3088" h="1712">
                <a:moveTo>
                  <a:pt x="3088" y="0"/>
                </a:moveTo>
                <a:lnTo>
                  <a:pt x="3088" y="1712"/>
                </a:lnTo>
                <a:lnTo>
                  <a:pt x="0" y="1712"/>
                </a:lnTo>
                <a:lnTo>
                  <a:pt x="104" y="1504"/>
                </a:lnTo>
                <a:lnTo>
                  <a:pt x="200" y="1376"/>
                </a:lnTo>
                <a:lnTo>
                  <a:pt x="288" y="1240"/>
                </a:lnTo>
                <a:lnTo>
                  <a:pt x="400" y="1104"/>
                </a:lnTo>
                <a:lnTo>
                  <a:pt x="592" y="936"/>
                </a:lnTo>
                <a:lnTo>
                  <a:pt x="776" y="792"/>
                </a:lnTo>
                <a:lnTo>
                  <a:pt x="952" y="672"/>
                </a:lnTo>
                <a:lnTo>
                  <a:pt x="1144" y="568"/>
                </a:lnTo>
                <a:lnTo>
                  <a:pt x="1376" y="432"/>
                </a:lnTo>
                <a:lnTo>
                  <a:pt x="1608" y="344"/>
                </a:lnTo>
                <a:lnTo>
                  <a:pt x="1848" y="248"/>
                </a:lnTo>
                <a:lnTo>
                  <a:pt x="2128" y="168"/>
                </a:lnTo>
                <a:lnTo>
                  <a:pt x="2400" y="96"/>
                </a:lnTo>
                <a:lnTo>
                  <a:pt x="2672" y="48"/>
                </a:lnTo>
                <a:lnTo>
                  <a:pt x="2896" y="8"/>
                </a:lnTo>
                <a:lnTo>
                  <a:pt x="3088" y="0"/>
                </a:lnTo>
                <a:close/>
              </a:path>
            </a:pathLst>
          </a:custGeom>
          <a:solidFill>
            <a:schemeClr val="accent2"/>
          </a:solidFill>
          <a:ln w="12700">
            <a:noFill/>
          </a:ln>
        </p:spPr>
        <p:txBody>
          <a:bodyPr/>
          <a:p>
            <a:endParaRPr lang="zh-CN" altLang="en-US"/>
          </a:p>
        </p:txBody>
      </p:sp>
      <p:sp>
        <p:nvSpPr>
          <p:cNvPr id="13323" name="Arc 14"/>
          <p:cNvSpPr/>
          <p:nvPr/>
        </p:nvSpPr>
        <p:spPr>
          <a:xfrm rot="10500000">
            <a:off x="1412875" y="3009900"/>
            <a:ext cx="5140325" cy="3173413"/>
          </a:xfrm>
          <a:custGeom>
            <a:avLst/>
            <a:gdLst/>
            <a:ahLst/>
            <a:cxnLst>
              <a:cxn ang="0">
                <a:pos x="2147483646" y="2147483646"/>
              </a:cxn>
              <a:cxn ang="0">
                <a:pos x="0" y="2147483646"/>
              </a:cxn>
              <a:cxn ang="0">
                <a:pos x="0" y="0"/>
              </a:cxn>
            </a:cxnLst>
            <a:pathLst>
              <a:path w="20738" h="21600" fill="none">
                <a:moveTo>
                  <a:pt x="20738" y="6041"/>
                </a:moveTo>
                <a:cubicBezTo>
                  <a:pt x="18052" y="15260"/>
                  <a:pt x="9602" y="21599"/>
                  <a:pt x="0" y="21600"/>
                </a:cubicBezTo>
              </a:path>
              <a:path w="20738" h="21600" stroke="0">
                <a:moveTo>
                  <a:pt x="20738" y="6041"/>
                </a:moveTo>
                <a:cubicBezTo>
                  <a:pt x="18052" y="15260"/>
                  <a:pt x="9602" y="21599"/>
                  <a:pt x="0" y="21600"/>
                </a:cubicBezTo>
                <a:lnTo>
                  <a:pt x="0" y="0"/>
                </a:lnTo>
                <a:lnTo>
                  <a:pt x="20738" y="6041"/>
                </a:lnTo>
                <a:close/>
              </a:path>
            </a:pathLst>
          </a:custGeom>
          <a:noFill/>
          <a:ln w="101600" cap="rnd" cmpd="sng">
            <a:solidFill>
              <a:srgbClr val="00FF00"/>
            </a:solidFill>
            <a:prstDash val="solid"/>
            <a:round/>
            <a:headEnd type="none" w="sm" len="sm"/>
            <a:tailEnd type="none" w="sm" len="sm"/>
          </a:ln>
        </p:spPr>
        <p:txBody>
          <a:bodyPr/>
          <a:p>
            <a:endParaRPr lang="zh-CN" altLang="en-US"/>
          </a:p>
        </p:txBody>
      </p:sp>
      <p:sp>
        <p:nvSpPr>
          <p:cNvPr id="13324" name="Line 9"/>
          <p:cNvSpPr/>
          <p:nvPr/>
        </p:nvSpPr>
        <p:spPr>
          <a:xfrm flipH="1">
            <a:off x="1447800" y="3362325"/>
            <a:ext cx="2590800" cy="0"/>
          </a:xfrm>
          <a:prstGeom prst="line">
            <a:avLst/>
          </a:prstGeom>
          <a:ln w="25400" cap="flat" cmpd="sng">
            <a:solidFill>
              <a:schemeClr val="tx1"/>
            </a:solidFill>
            <a:prstDash val="dash"/>
            <a:round/>
            <a:headEnd type="none" w="sm" len="sm"/>
            <a:tailEnd type="none" w="sm" len="sm"/>
          </a:ln>
        </p:spPr>
      </p:sp>
      <p:sp>
        <p:nvSpPr>
          <p:cNvPr id="13325" name="Line 15"/>
          <p:cNvSpPr/>
          <p:nvPr/>
        </p:nvSpPr>
        <p:spPr>
          <a:xfrm flipH="1">
            <a:off x="1447800" y="4606925"/>
            <a:ext cx="2590800" cy="0"/>
          </a:xfrm>
          <a:prstGeom prst="line">
            <a:avLst/>
          </a:prstGeom>
          <a:ln w="25400" cap="flat" cmpd="sng">
            <a:solidFill>
              <a:schemeClr val="tx1"/>
            </a:solidFill>
            <a:prstDash val="dash"/>
            <a:round/>
            <a:headEnd type="none" w="sm" len="sm"/>
            <a:tailEnd type="none" w="sm" len="sm"/>
          </a:ln>
        </p:spPr>
      </p:sp>
      <p:sp>
        <p:nvSpPr>
          <p:cNvPr id="13326" name="Line 16"/>
          <p:cNvSpPr/>
          <p:nvPr/>
        </p:nvSpPr>
        <p:spPr>
          <a:xfrm>
            <a:off x="4038600" y="3357563"/>
            <a:ext cx="0" cy="2205037"/>
          </a:xfrm>
          <a:prstGeom prst="line">
            <a:avLst/>
          </a:prstGeom>
          <a:ln w="25400" cap="flat" cmpd="sng">
            <a:solidFill>
              <a:schemeClr val="tx1"/>
            </a:solidFill>
            <a:prstDash val="dash"/>
            <a:round/>
            <a:headEnd type="none" w="sm" len="sm"/>
            <a:tailEnd type="none" w="sm" len="sm"/>
          </a:ln>
        </p:spPr>
      </p:sp>
      <p:sp>
        <p:nvSpPr>
          <p:cNvPr id="13327" name="Oval 18"/>
          <p:cNvSpPr/>
          <p:nvPr/>
        </p:nvSpPr>
        <p:spPr>
          <a:xfrm>
            <a:off x="3930650" y="3248025"/>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3328" name="Line 3"/>
          <p:cNvSpPr/>
          <p:nvPr/>
        </p:nvSpPr>
        <p:spPr>
          <a:xfrm>
            <a:off x="1447800" y="2209800"/>
            <a:ext cx="0" cy="3352800"/>
          </a:xfrm>
          <a:prstGeom prst="line">
            <a:avLst/>
          </a:prstGeom>
          <a:ln w="12700" cap="flat" cmpd="sng">
            <a:solidFill>
              <a:schemeClr val="tx1"/>
            </a:solidFill>
            <a:prstDash val="solid"/>
            <a:round/>
            <a:headEnd type="stealth" w="med" len="lg"/>
            <a:tailEnd type="none" w="sm" len="sm"/>
          </a:ln>
        </p:spPr>
      </p:sp>
      <p:sp>
        <p:nvSpPr>
          <p:cNvPr id="13329" name="Line 4"/>
          <p:cNvSpPr/>
          <p:nvPr/>
        </p:nvSpPr>
        <p:spPr>
          <a:xfrm>
            <a:off x="1447800" y="5562600"/>
            <a:ext cx="6324600" cy="0"/>
          </a:xfrm>
          <a:prstGeom prst="line">
            <a:avLst/>
          </a:prstGeom>
          <a:ln w="12700" cap="flat" cmpd="sng">
            <a:solidFill>
              <a:schemeClr val="tx1"/>
            </a:solidFill>
            <a:prstDash val="solid"/>
            <a:round/>
            <a:headEnd type="none" w="sm" len="sm"/>
            <a:tailEnd type="stealth" w="med" len="lg"/>
          </a:ln>
        </p:spPr>
      </p:sp>
      <p:sp>
        <p:nvSpPr>
          <p:cNvPr id="13330" name="Oval 17"/>
          <p:cNvSpPr/>
          <p:nvPr/>
        </p:nvSpPr>
        <p:spPr>
          <a:xfrm>
            <a:off x="3930650" y="4487863"/>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3331" name="Line 20"/>
          <p:cNvSpPr/>
          <p:nvPr/>
        </p:nvSpPr>
        <p:spPr>
          <a:xfrm flipH="1">
            <a:off x="4889500" y="4035425"/>
            <a:ext cx="1530350" cy="173038"/>
          </a:xfrm>
          <a:prstGeom prst="line">
            <a:avLst/>
          </a:prstGeom>
          <a:ln w="50800" cap="flat" cmpd="sng">
            <a:solidFill>
              <a:schemeClr val="tx1"/>
            </a:solidFill>
            <a:prstDash val="solid"/>
            <a:round/>
            <a:headEnd type="none" w="sm" len="sm"/>
            <a:tailEnd type="stealth" w="med" len="lg"/>
          </a:ln>
        </p:spPr>
      </p:sp>
      <p:sp>
        <p:nvSpPr>
          <p:cNvPr id="13332" name="Line 21"/>
          <p:cNvSpPr/>
          <p:nvPr/>
        </p:nvSpPr>
        <p:spPr>
          <a:xfrm flipH="1" flipV="1">
            <a:off x="5510213" y="2924175"/>
            <a:ext cx="865187" cy="822325"/>
          </a:xfrm>
          <a:prstGeom prst="line">
            <a:avLst/>
          </a:prstGeom>
          <a:ln w="50800" cap="flat" cmpd="sng">
            <a:solidFill>
              <a:schemeClr val="tx1"/>
            </a:solidFill>
            <a:prstDash val="solid"/>
            <a:round/>
            <a:headEnd type="none" w="sm" len="sm"/>
            <a:tailEnd type="stealth" w="med" len="lg"/>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Freeform 24"/>
          <p:cNvSpPr/>
          <p:nvPr/>
        </p:nvSpPr>
        <p:spPr>
          <a:xfrm>
            <a:off x="1447800" y="2844800"/>
            <a:ext cx="4902200" cy="2717800"/>
          </a:xfrm>
          <a:custGeom>
            <a:avLst/>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3088" h="1712">
                <a:moveTo>
                  <a:pt x="3088" y="0"/>
                </a:moveTo>
                <a:lnTo>
                  <a:pt x="3088" y="1712"/>
                </a:lnTo>
                <a:lnTo>
                  <a:pt x="0" y="1712"/>
                </a:lnTo>
                <a:lnTo>
                  <a:pt x="104" y="1504"/>
                </a:lnTo>
                <a:lnTo>
                  <a:pt x="200" y="1376"/>
                </a:lnTo>
                <a:lnTo>
                  <a:pt x="288" y="1240"/>
                </a:lnTo>
                <a:lnTo>
                  <a:pt x="400" y="1104"/>
                </a:lnTo>
                <a:lnTo>
                  <a:pt x="592" y="936"/>
                </a:lnTo>
                <a:lnTo>
                  <a:pt x="776" y="792"/>
                </a:lnTo>
                <a:lnTo>
                  <a:pt x="952" y="672"/>
                </a:lnTo>
                <a:lnTo>
                  <a:pt x="1144" y="568"/>
                </a:lnTo>
                <a:lnTo>
                  <a:pt x="1376" y="432"/>
                </a:lnTo>
                <a:lnTo>
                  <a:pt x="1608" y="344"/>
                </a:lnTo>
                <a:lnTo>
                  <a:pt x="1848" y="248"/>
                </a:lnTo>
                <a:lnTo>
                  <a:pt x="2128" y="168"/>
                </a:lnTo>
                <a:lnTo>
                  <a:pt x="2400" y="96"/>
                </a:lnTo>
                <a:lnTo>
                  <a:pt x="2672" y="48"/>
                </a:lnTo>
                <a:lnTo>
                  <a:pt x="2896" y="8"/>
                </a:lnTo>
                <a:lnTo>
                  <a:pt x="3088" y="0"/>
                </a:lnTo>
                <a:close/>
              </a:path>
            </a:pathLst>
          </a:custGeom>
          <a:solidFill>
            <a:schemeClr val="accent2"/>
          </a:solidFill>
          <a:ln w="12700">
            <a:noFill/>
          </a:ln>
        </p:spPr>
        <p:txBody>
          <a:bodyPr/>
          <a:p>
            <a:endParaRPr lang="zh-CN" altLang="en-US"/>
          </a:p>
        </p:txBody>
      </p:sp>
      <p:sp>
        <p:nvSpPr>
          <p:cNvPr id="1433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Production Sets</a:t>
            </a:r>
            <a:r>
              <a:rPr lang="zh-CN" altLang="en-US" dirty="0">
                <a:ea typeface="宋体" panose="02010600030101010101" pitchFamily="2" charset="-122"/>
              </a:rPr>
              <a:t>生产集合</a:t>
            </a:r>
            <a:endParaRPr lang="en-US" altLang="zh-CN" dirty="0">
              <a:ea typeface="宋体" panose="02010600030101010101" pitchFamily="2" charset="-122"/>
            </a:endParaRPr>
          </a:p>
        </p:txBody>
      </p:sp>
      <p:sp>
        <p:nvSpPr>
          <p:cNvPr id="14339" name="Rectangle 5"/>
          <p:cNvSpPr/>
          <p:nvPr/>
        </p:nvSpPr>
        <p:spPr>
          <a:xfrm>
            <a:off x="3870325" y="55768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4340" name="Rectangle 6"/>
          <p:cNvSpPr/>
          <p:nvPr/>
        </p:nvSpPr>
        <p:spPr>
          <a:xfrm>
            <a:off x="7756525" y="557688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4341" name="Rectangle 7"/>
          <p:cNvSpPr/>
          <p:nvPr/>
        </p:nvSpPr>
        <p:spPr>
          <a:xfrm>
            <a:off x="3429000" y="6019800"/>
            <a:ext cx="2286000"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Input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4342" name="Rectangle 8"/>
          <p:cNvSpPr/>
          <p:nvPr/>
        </p:nvSpPr>
        <p:spPr>
          <a:xfrm>
            <a:off x="288925" y="1752600"/>
            <a:ext cx="2378075"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Output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4343" name="Line 9"/>
          <p:cNvSpPr/>
          <p:nvPr/>
        </p:nvSpPr>
        <p:spPr>
          <a:xfrm flipH="1">
            <a:off x="1447800" y="3362325"/>
            <a:ext cx="2590800" cy="0"/>
          </a:xfrm>
          <a:prstGeom prst="line">
            <a:avLst/>
          </a:prstGeom>
          <a:ln w="25400" cap="flat" cmpd="sng">
            <a:solidFill>
              <a:schemeClr val="tx1"/>
            </a:solidFill>
            <a:prstDash val="dash"/>
            <a:round/>
            <a:headEnd type="none" w="sm" len="sm"/>
            <a:tailEnd type="none" w="sm" len="sm"/>
          </a:ln>
        </p:spPr>
      </p:sp>
      <p:sp>
        <p:nvSpPr>
          <p:cNvPr id="14344" name="Rectangle 10"/>
          <p:cNvSpPr/>
          <p:nvPr/>
        </p:nvSpPr>
        <p:spPr>
          <a:xfrm>
            <a:off x="974725" y="27574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4345" name="Rectangle 11"/>
          <p:cNvSpPr/>
          <p:nvPr/>
        </p:nvSpPr>
        <p:spPr>
          <a:xfrm>
            <a:off x="1965325" y="1036638"/>
            <a:ext cx="44053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One input, one output</a:t>
            </a:r>
            <a:endParaRPr lang="en-US" altLang="zh-CN" dirty="0">
              <a:solidFill>
                <a:schemeClr val="tx1"/>
              </a:solidFill>
              <a:latin typeface="Arial" panose="020B0604020202020204" pitchFamily="34" charset="0"/>
              <a:ea typeface="宋体" panose="02010600030101010101" pitchFamily="2" charset="-122"/>
            </a:endParaRPr>
          </a:p>
        </p:txBody>
      </p:sp>
      <p:sp>
        <p:nvSpPr>
          <p:cNvPr id="14346" name="Rectangle 12"/>
          <p:cNvSpPr/>
          <p:nvPr/>
        </p:nvSpPr>
        <p:spPr>
          <a:xfrm>
            <a:off x="914400" y="4291013"/>
            <a:ext cx="762000" cy="519112"/>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4347" name="Arc 14"/>
          <p:cNvSpPr/>
          <p:nvPr/>
        </p:nvSpPr>
        <p:spPr>
          <a:xfrm rot="10500000">
            <a:off x="1412875" y="3009900"/>
            <a:ext cx="5140325" cy="3173413"/>
          </a:xfrm>
          <a:custGeom>
            <a:avLst/>
            <a:gdLst/>
            <a:ahLst/>
            <a:cxnLst>
              <a:cxn ang="0">
                <a:pos x="2147483646" y="2147483646"/>
              </a:cxn>
              <a:cxn ang="0">
                <a:pos x="0" y="2147483646"/>
              </a:cxn>
              <a:cxn ang="0">
                <a:pos x="0" y="0"/>
              </a:cxn>
            </a:cxnLst>
            <a:pathLst>
              <a:path w="20738" h="21600" fill="none">
                <a:moveTo>
                  <a:pt x="20738" y="6041"/>
                </a:moveTo>
                <a:cubicBezTo>
                  <a:pt x="18052" y="15260"/>
                  <a:pt x="9602" y="21599"/>
                  <a:pt x="0" y="21600"/>
                </a:cubicBezTo>
              </a:path>
              <a:path w="20738" h="21600" stroke="0">
                <a:moveTo>
                  <a:pt x="20738" y="6041"/>
                </a:moveTo>
                <a:cubicBezTo>
                  <a:pt x="18052" y="15260"/>
                  <a:pt x="9602" y="21599"/>
                  <a:pt x="0" y="21600"/>
                </a:cubicBezTo>
                <a:lnTo>
                  <a:pt x="0" y="0"/>
                </a:lnTo>
                <a:lnTo>
                  <a:pt x="20738" y="6041"/>
                </a:lnTo>
                <a:close/>
              </a:path>
            </a:pathLst>
          </a:custGeom>
          <a:noFill/>
          <a:ln w="101600" cap="rnd" cmpd="sng">
            <a:solidFill>
              <a:srgbClr val="00FF00"/>
            </a:solidFill>
            <a:prstDash val="solid"/>
            <a:round/>
            <a:headEnd type="none" w="sm" len="sm"/>
            <a:tailEnd type="none" w="sm" len="sm"/>
          </a:ln>
        </p:spPr>
        <p:txBody>
          <a:bodyPr/>
          <a:p>
            <a:endParaRPr lang="zh-CN" altLang="en-US"/>
          </a:p>
        </p:txBody>
      </p:sp>
      <p:sp>
        <p:nvSpPr>
          <p:cNvPr id="14348" name="Line 15"/>
          <p:cNvSpPr/>
          <p:nvPr/>
        </p:nvSpPr>
        <p:spPr>
          <a:xfrm flipH="1">
            <a:off x="1447800" y="4606925"/>
            <a:ext cx="2590800" cy="0"/>
          </a:xfrm>
          <a:prstGeom prst="line">
            <a:avLst/>
          </a:prstGeom>
          <a:ln w="25400" cap="flat" cmpd="sng">
            <a:solidFill>
              <a:schemeClr val="tx1"/>
            </a:solidFill>
            <a:prstDash val="dash"/>
            <a:round/>
            <a:headEnd type="none" w="sm" len="sm"/>
            <a:tailEnd type="none" w="sm" len="sm"/>
          </a:ln>
        </p:spPr>
      </p:sp>
      <p:sp>
        <p:nvSpPr>
          <p:cNvPr id="14349" name="Line 16"/>
          <p:cNvSpPr/>
          <p:nvPr/>
        </p:nvSpPr>
        <p:spPr>
          <a:xfrm>
            <a:off x="4038600" y="3357563"/>
            <a:ext cx="0" cy="2205037"/>
          </a:xfrm>
          <a:prstGeom prst="line">
            <a:avLst/>
          </a:prstGeom>
          <a:ln w="25400" cap="flat" cmpd="sng">
            <a:solidFill>
              <a:schemeClr val="tx1"/>
            </a:solidFill>
            <a:prstDash val="dash"/>
            <a:round/>
            <a:headEnd type="none" w="sm" len="sm"/>
            <a:tailEnd type="none" w="sm" len="sm"/>
          </a:ln>
        </p:spPr>
      </p:sp>
      <p:sp>
        <p:nvSpPr>
          <p:cNvPr id="14350" name="Oval 17"/>
          <p:cNvSpPr/>
          <p:nvPr/>
        </p:nvSpPr>
        <p:spPr>
          <a:xfrm>
            <a:off x="3930650" y="4487863"/>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4351" name="Oval 18"/>
          <p:cNvSpPr/>
          <p:nvPr/>
        </p:nvSpPr>
        <p:spPr>
          <a:xfrm>
            <a:off x="3930650" y="3248025"/>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4352" name="Rectangle 19"/>
          <p:cNvSpPr/>
          <p:nvPr/>
        </p:nvSpPr>
        <p:spPr>
          <a:xfrm>
            <a:off x="6386513" y="3581400"/>
            <a:ext cx="2811462" cy="946150"/>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The technology</a:t>
            </a:r>
            <a:br>
              <a:rPr lang="en-US" altLang="zh-CN" sz="2800" dirty="0">
                <a:solidFill>
                  <a:schemeClr val="tx1"/>
                </a:solidFill>
                <a:latin typeface="Arial" panose="020B0604020202020204" pitchFamily="34" charset="0"/>
                <a:ea typeface="宋体" panose="02010600030101010101" pitchFamily="2" charset="-122"/>
              </a:rPr>
            </a:br>
            <a:r>
              <a:rPr lang="en-US" altLang="zh-CN" sz="2800" dirty="0">
                <a:solidFill>
                  <a:schemeClr val="tx1"/>
                </a:solidFill>
                <a:latin typeface="Arial" panose="020B0604020202020204" pitchFamily="34" charset="0"/>
                <a:ea typeface="宋体" panose="02010600030101010101" pitchFamily="2" charset="-122"/>
              </a:rPr>
              <a:t>set</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4353" name="Line 20"/>
          <p:cNvSpPr/>
          <p:nvPr/>
        </p:nvSpPr>
        <p:spPr>
          <a:xfrm flipH="1">
            <a:off x="4857750" y="3857625"/>
            <a:ext cx="1547813" cy="0"/>
          </a:xfrm>
          <a:prstGeom prst="line">
            <a:avLst/>
          </a:prstGeom>
          <a:ln w="50800" cap="flat" cmpd="sng">
            <a:solidFill>
              <a:schemeClr val="tx1"/>
            </a:solidFill>
            <a:prstDash val="solid"/>
            <a:round/>
            <a:headEnd type="none" w="sm" len="sm"/>
            <a:tailEnd type="stealth" w="med" len="lg"/>
          </a:ln>
        </p:spPr>
      </p:sp>
      <p:sp>
        <p:nvSpPr>
          <p:cNvPr id="14354" name="Line 21"/>
          <p:cNvSpPr/>
          <p:nvPr/>
        </p:nvSpPr>
        <p:spPr>
          <a:xfrm flipH="1" flipV="1">
            <a:off x="5510213" y="2924175"/>
            <a:ext cx="865187" cy="822325"/>
          </a:xfrm>
          <a:prstGeom prst="line">
            <a:avLst/>
          </a:prstGeom>
          <a:ln w="50800" cap="flat" cmpd="sng">
            <a:solidFill>
              <a:schemeClr val="tx1"/>
            </a:solidFill>
            <a:prstDash val="solid"/>
            <a:round/>
            <a:headEnd type="none" w="sm" len="sm"/>
            <a:tailEnd type="stealth" w="med" len="lg"/>
          </a:ln>
        </p:spPr>
      </p:sp>
      <p:sp>
        <p:nvSpPr>
          <p:cNvPr id="14355" name="Rectangle 22"/>
          <p:cNvSpPr/>
          <p:nvPr/>
        </p:nvSpPr>
        <p:spPr>
          <a:xfrm>
            <a:off x="4205288" y="4132263"/>
            <a:ext cx="2120900" cy="1373187"/>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Technically</a:t>
            </a:r>
            <a:br>
              <a:rPr lang="en-US" altLang="zh-CN" sz="2800" dirty="0">
                <a:solidFill>
                  <a:schemeClr val="tx1"/>
                </a:solidFill>
                <a:latin typeface="Arial" panose="020B0604020202020204" pitchFamily="34" charset="0"/>
                <a:ea typeface="宋体" panose="02010600030101010101" pitchFamily="2" charset="-122"/>
              </a:rPr>
            </a:br>
            <a:r>
              <a:rPr lang="en-US" altLang="zh-CN" sz="2800" dirty="0">
                <a:solidFill>
                  <a:schemeClr val="tx1"/>
                </a:solidFill>
                <a:latin typeface="Arial" panose="020B0604020202020204" pitchFamily="34" charset="0"/>
                <a:ea typeface="宋体" panose="02010600030101010101" pitchFamily="2" charset="-122"/>
              </a:rPr>
              <a:t>inefficient</a:t>
            </a:r>
            <a:br>
              <a:rPr lang="en-US" altLang="zh-CN" sz="2800" dirty="0">
                <a:solidFill>
                  <a:schemeClr val="tx1"/>
                </a:solidFill>
                <a:latin typeface="Arial" panose="020B0604020202020204" pitchFamily="34" charset="0"/>
                <a:ea typeface="宋体" panose="02010600030101010101" pitchFamily="2" charset="-122"/>
              </a:rPr>
            </a:br>
            <a:r>
              <a:rPr lang="en-US" altLang="zh-CN" sz="2800" dirty="0">
                <a:solidFill>
                  <a:schemeClr val="tx1"/>
                </a:solidFill>
                <a:latin typeface="Arial" panose="020B0604020202020204" pitchFamily="34" charset="0"/>
                <a:ea typeface="宋体" panose="02010600030101010101" pitchFamily="2" charset="-122"/>
              </a:rPr>
              <a:t>plans</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14356" name="Rectangle 23"/>
          <p:cNvSpPr/>
          <p:nvPr/>
        </p:nvSpPr>
        <p:spPr>
          <a:xfrm>
            <a:off x="6380163" y="2500313"/>
            <a:ext cx="2579687" cy="946150"/>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rgbClr val="00FF00"/>
                </a:solidFill>
                <a:latin typeface="Arial" panose="020B0604020202020204" pitchFamily="34" charset="0"/>
                <a:ea typeface="宋体" panose="02010600030101010101" pitchFamily="2" charset="-122"/>
              </a:rPr>
              <a:t>Technically</a:t>
            </a:r>
            <a:br>
              <a:rPr lang="en-US" altLang="zh-CN" sz="2800" dirty="0">
                <a:solidFill>
                  <a:srgbClr val="00FF00"/>
                </a:solidFill>
                <a:latin typeface="Arial" panose="020B0604020202020204" pitchFamily="34" charset="0"/>
                <a:ea typeface="宋体" panose="02010600030101010101" pitchFamily="2" charset="-122"/>
              </a:rPr>
            </a:br>
            <a:r>
              <a:rPr lang="en-US" altLang="zh-CN" sz="2800" dirty="0">
                <a:solidFill>
                  <a:srgbClr val="00FF00"/>
                </a:solidFill>
                <a:latin typeface="Arial" panose="020B0604020202020204" pitchFamily="34" charset="0"/>
                <a:ea typeface="宋体" panose="02010600030101010101" pitchFamily="2" charset="-122"/>
              </a:rPr>
              <a:t>efficient plans</a:t>
            </a:r>
            <a:endParaRPr lang="en-US" altLang="zh-CN" sz="2800" dirty="0">
              <a:solidFill>
                <a:srgbClr val="FF3300"/>
              </a:solidFill>
              <a:latin typeface="Arial" panose="020B0604020202020204" pitchFamily="34" charset="0"/>
              <a:ea typeface="宋体" panose="02010600030101010101" pitchFamily="2" charset="-122"/>
            </a:endParaRPr>
          </a:p>
        </p:txBody>
      </p:sp>
      <p:sp>
        <p:nvSpPr>
          <p:cNvPr id="14357" name="Line 3"/>
          <p:cNvSpPr/>
          <p:nvPr/>
        </p:nvSpPr>
        <p:spPr>
          <a:xfrm>
            <a:off x="1447800" y="2209800"/>
            <a:ext cx="0" cy="3352800"/>
          </a:xfrm>
          <a:prstGeom prst="line">
            <a:avLst/>
          </a:prstGeom>
          <a:ln w="12700" cap="flat" cmpd="sng">
            <a:solidFill>
              <a:schemeClr val="tx1"/>
            </a:solidFill>
            <a:prstDash val="solid"/>
            <a:round/>
            <a:headEnd type="stealth" w="med" len="lg"/>
            <a:tailEnd type="none" w="sm" len="sm"/>
          </a:ln>
        </p:spPr>
      </p:sp>
      <p:sp>
        <p:nvSpPr>
          <p:cNvPr id="14358" name="Line 4"/>
          <p:cNvSpPr/>
          <p:nvPr/>
        </p:nvSpPr>
        <p:spPr>
          <a:xfrm>
            <a:off x="1447800" y="5562600"/>
            <a:ext cx="6324600" cy="0"/>
          </a:xfrm>
          <a:prstGeom prst="line">
            <a:avLst/>
          </a:prstGeom>
          <a:ln w="12700" cap="flat" cmpd="sng">
            <a:solidFill>
              <a:schemeClr val="tx1"/>
            </a:solidFill>
            <a:prstDash val="solid"/>
            <a:round/>
            <a:headEnd type="none" w="sm" len="sm"/>
            <a:tailEnd type="stealth" w="med" len="lg"/>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br>
              <a:rPr lang="en-US" altLang="zh-CN" dirty="0">
                <a:ea typeface="宋体" panose="02010600030101010101" pitchFamily="2" charset="-122"/>
              </a:rPr>
            </a:br>
            <a:r>
              <a:rPr lang="zh-CN" altLang="en-US" dirty="0">
                <a:ea typeface="宋体" panose="02010600030101010101" pitchFamily="2" charset="-122"/>
              </a:rPr>
              <a:t>多投入要素技术</a:t>
            </a:r>
            <a:endParaRPr lang="en-US" altLang="zh-CN" dirty="0">
              <a:ea typeface="宋体" panose="02010600030101010101" pitchFamily="2" charset="-122"/>
            </a:endParaRPr>
          </a:p>
        </p:txBody>
      </p:sp>
      <p:sp>
        <p:nvSpPr>
          <p:cNvPr id="15362"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What does a technology look like when there is more than one input?</a:t>
            </a:r>
            <a:endParaRPr lang="en-US" altLang="zh-CN" dirty="0">
              <a:ea typeface="宋体" panose="02010600030101010101" pitchFamily="2" charset="-122"/>
            </a:endParaRPr>
          </a:p>
          <a:p>
            <a:r>
              <a:rPr lang="en-US" altLang="zh-CN" dirty="0">
                <a:ea typeface="宋体" panose="02010600030101010101" pitchFamily="2" charset="-122"/>
              </a:rPr>
              <a:t>The two input case:  Input levels are x</a:t>
            </a:r>
            <a:r>
              <a:rPr lang="en-US" altLang="zh-CN" baseline="-25000" dirty="0">
                <a:ea typeface="宋体" panose="02010600030101010101" pitchFamily="2" charset="-122"/>
              </a:rPr>
              <a:t>1</a:t>
            </a:r>
            <a:r>
              <a:rPr lang="en-US" altLang="zh-CN" dirty="0">
                <a:ea typeface="宋体" panose="02010600030101010101" pitchFamily="2" charset="-122"/>
              </a:rPr>
              <a:t> and x</a:t>
            </a:r>
            <a:r>
              <a:rPr lang="en-US" altLang="zh-CN" baseline="-25000" dirty="0">
                <a:ea typeface="宋体" panose="02010600030101010101" pitchFamily="2" charset="-122"/>
              </a:rPr>
              <a:t>2</a:t>
            </a:r>
            <a:r>
              <a:rPr lang="en-US" altLang="zh-CN" dirty="0">
                <a:ea typeface="宋体" panose="02010600030101010101" pitchFamily="2" charset="-122"/>
              </a:rPr>
              <a:t>.  Output level is y.</a:t>
            </a:r>
            <a:endParaRPr lang="en-US" altLang="zh-CN" dirty="0">
              <a:ea typeface="宋体" panose="02010600030101010101" pitchFamily="2" charset="-122"/>
            </a:endParaRPr>
          </a:p>
          <a:p>
            <a:r>
              <a:rPr lang="en-US" altLang="zh-CN" dirty="0">
                <a:ea typeface="宋体" panose="02010600030101010101" pitchFamily="2" charset="-122"/>
              </a:rPr>
              <a:t>Suppose the production function is</a:t>
            </a:r>
            <a:endParaRPr lang="en-US" altLang="zh-CN" dirty="0">
              <a:ea typeface="宋体" panose="02010600030101010101" pitchFamily="2" charset="-122"/>
            </a:endParaRPr>
          </a:p>
        </p:txBody>
      </p:sp>
      <p:graphicFrame>
        <p:nvGraphicFramePr>
          <p:cNvPr id="15363" name="Object 0"/>
          <p:cNvGraphicFramePr/>
          <p:nvPr/>
        </p:nvGraphicFramePr>
        <p:xfrm>
          <a:off x="2055813" y="4691063"/>
          <a:ext cx="4862512" cy="676275"/>
        </p:xfrm>
        <a:graphic>
          <a:graphicData uri="http://schemas.openxmlformats.org/presentationml/2006/ole">
            <mc:AlternateContent xmlns:mc="http://schemas.openxmlformats.org/markup-compatibility/2006">
              <mc:Choice xmlns:v="urn:schemas-microsoft-com:vml" Requires="v">
                <p:oleObj spid="_x0000_s3167" name="" r:id="rId1" imgW="2616835" imgH="370205" progId="Equation.2">
                  <p:embed/>
                </p:oleObj>
              </mc:Choice>
              <mc:Fallback>
                <p:oleObj name="" r:id="rId1" imgW="2616835" imgH="370205" progId="Equation.2">
                  <p:embed/>
                  <p:pic>
                    <p:nvPicPr>
                      <p:cNvPr id="0" name="图片 3166"/>
                      <p:cNvPicPr/>
                      <p:nvPr/>
                    </p:nvPicPr>
                    <p:blipFill>
                      <a:blip r:embed="rId2">
                        <a:clrChange>
                          <a:clrFrom>
                            <a:srgbClr val="000000"/>
                          </a:clrFrom>
                          <a:clrTo>
                            <a:srgbClr val="FFFF00"/>
                          </a:clrTo>
                        </a:clrChange>
                      </a:blip>
                      <a:stretch>
                        <a:fillRect/>
                      </a:stretch>
                    </p:blipFill>
                    <p:spPr>
                      <a:xfrm>
                        <a:off x="2055813" y="4691063"/>
                        <a:ext cx="4862512" cy="676275"/>
                      </a:xfrm>
                      <a:prstGeom prst="rect">
                        <a:avLst/>
                      </a:prstGeom>
                      <a:noFill/>
                      <a:ln w="38100">
                        <a:noFill/>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br>
              <a:rPr lang="en-US" altLang="zh-CN" dirty="0">
                <a:ea typeface="宋体" panose="02010600030101010101" pitchFamily="2" charset="-122"/>
              </a:rPr>
            </a:br>
            <a:r>
              <a:rPr lang="zh-CN" altLang="en-US" dirty="0">
                <a:ea typeface="宋体" panose="02010600030101010101" pitchFamily="2" charset="-122"/>
              </a:rPr>
              <a:t>多要素投入技术</a:t>
            </a:r>
            <a:endParaRPr lang="en-US" altLang="zh-CN" dirty="0">
              <a:ea typeface="宋体" panose="02010600030101010101" pitchFamily="2" charset="-122"/>
            </a:endParaRPr>
          </a:p>
        </p:txBody>
      </p:sp>
      <p:sp>
        <p:nvSpPr>
          <p:cNvPr id="16386" name="Rectangle 3"/>
          <p:cNvSpPr>
            <a:spLocks noGrp="1"/>
          </p:cNvSpPr>
          <p:nvPr>
            <p:ph idx="1"/>
          </p:nvPr>
        </p:nvSpPr>
        <p:spPr>
          <a:xfrm>
            <a:off x="685800" y="1143000"/>
            <a:ext cx="7772400" cy="4152900"/>
          </a:xfrm>
          <a:ln/>
        </p:spPr>
        <p:txBody>
          <a:bodyPr vert="horz" wrap="square" lIns="92075" tIns="46038" rIns="92075" bIns="46038" anchor="t" anchorCtr="0"/>
          <a:p>
            <a:r>
              <a:rPr lang="en-US" altLang="zh-CN" i="1" dirty="0">
                <a:ea typeface="宋体" panose="02010600030101010101" pitchFamily="2" charset="-122"/>
              </a:rPr>
              <a:t>E.g.</a:t>
            </a:r>
            <a:r>
              <a:rPr lang="en-US" altLang="zh-CN" dirty="0">
                <a:ea typeface="宋体" panose="02010600030101010101" pitchFamily="2" charset="-122"/>
              </a:rPr>
              <a:t> the maximal output level possible from the input bundle</a:t>
            </a:r>
            <a:br>
              <a:rPr lang="en-US" altLang="zh-CN" dirty="0">
                <a:ea typeface="宋体" panose="02010600030101010101" pitchFamily="2" charset="-122"/>
              </a:rPr>
            </a:br>
            <a:r>
              <a:rPr lang="en-US" altLang="zh-CN" dirty="0">
                <a:ea typeface="宋体" panose="02010600030101010101" pitchFamily="2" charset="-122"/>
              </a:rPr>
              <a:t>(x</a:t>
            </a:r>
            <a:r>
              <a:rPr lang="en-US" altLang="zh-CN" baseline="-25000" dirty="0">
                <a:ea typeface="宋体" panose="02010600030101010101" pitchFamily="2" charset="-122"/>
              </a:rPr>
              <a:t>1</a:t>
            </a:r>
            <a:r>
              <a:rPr lang="en-US" altLang="zh-CN" dirty="0">
                <a:ea typeface="宋体" panose="02010600030101010101" pitchFamily="2" charset="-122"/>
              </a:rPr>
              <a:t>, x</a:t>
            </a:r>
            <a:r>
              <a:rPr lang="en-US" altLang="zh-CN" baseline="-25000" dirty="0">
                <a:ea typeface="宋体" panose="02010600030101010101" pitchFamily="2" charset="-122"/>
              </a:rPr>
              <a:t>2</a:t>
            </a:r>
            <a:r>
              <a:rPr lang="en-US" altLang="zh-CN" dirty="0">
                <a:ea typeface="宋体" panose="02010600030101010101" pitchFamily="2" charset="-122"/>
              </a:rPr>
              <a:t>) = (1, 8)  is</a:t>
            </a:r>
            <a:br>
              <a:rPr lang="en-US" altLang="zh-CN" dirty="0">
                <a:ea typeface="宋体" panose="02010600030101010101" pitchFamily="2" charset="-122"/>
              </a:rPr>
            </a:br>
            <a:br>
              <a:rPr lang="en-US" altLang="zh-CN" dirty="0">
                <a:ea typeface="宋体" panose="02010600030101010101" pitchFamily="2" charset="-122"/>
              </a:rPr>
            </a:br>
            <a:endParaRPr lang="en-US" altLang="zh-CN" dirty="0">
              <a:ea typeface="宋体" panose="02010600030101010101" pitchFamily="2" charset="-122"/>
            </a:endParaRPr>
          </a:p>
          <a:p>
            <a:r>
              <a:rPr lang="en-US" altLang="zh-CN" dirty="0">
                <a:ea typeface="宋体" panose="02010600030101010101" pitchFamily="2" charset="-122"/>
              </a:rPr>
              <a:t>And the maximal output level possible from (x</a:t>
            </a:r>
            <a:r>
              <a:rPr lang="en-US" altLang="zh-CN" baseline="-25000" dirty="0">
                <a:ea typeface="宋体" panose="02010600030101010101" pitchFamily="2" charset="-122"/>
              </a:rPr>
              <a:t>1</a:t>
            </a:r>
            <a:r>
              <a:rPr lang="en-US" altLang="zh-CN" dirty="0">
                <a:ea typeface="宋体" panose="02010600030101010101" pitchFamily="2" charset="-122"/>
              </a:rPr>
              <a:t>,x</a:t>
            </a:r>
            <a:r>
              <a:rPr lang="en-US" altLang="zh-CN" baseline="-25000" dirty="0">
                <a:ea typeface="宋体" panose="02010600030101010101" pitchFamily="2" charset="-122"/>
              </a:rPr>
              <a:t>2</a:t>
            </a:r>
            <a:r>
              <a:rPr lang="en-US" altLang="zh-CN" dirty="0">
                <a:ea typeface="宋体" panose="02010600030101010101" pitchFamily="2" charset="-122"/>
              </a:rPr>
              <a:t>) = (8,8) is</a:t>
            </a:r>
            <a:br>
              <a:rPr lang="en-US" altLang="zh-CN" dirty="0">
                <a:ea typeface="宋体" panose="02010600030101010101" pitchFamily="2" charset="-122"/>
              </a:rPr>
            </a:br>
            <a:br>
              <a:rPr lang="en-US" altLang="zh-CN" dirty="0">
                <a:ea typeface="宋体" panose="02010600030101010101" pitchFamily="2" charset="-122"/>
              </a:rPr>
            </a:br>
            <a:endParaRPr lang="en-US" altLang="zh-CN" dirty="0">
              <a:ea typeface="宋体" panose="02010600030101010101" pitchFamily="2" charset="-122"/>
            </a:endParaRPr>
          </a:p>
        </p:txBody>
      </p:sp>
      <p:graphicFrame>
        <p:nvGraphicFramePr>
          <p:cNvPr id="16387" name="Object 4"/>
          <p:cNvGraphicFramePr/>
          <p:nvPr/>
        </p:nvGraphicFramePr>
        <p:xfrm>
          <a:off x="381000" y="2790825"/>
          <a:ext cx="8412163" cy="638175"/>
        </p:xfrm>
        <a:graphic>
          <a:graphicData uri="http://schemas.openxmlformats.org/presentationml/2006/ole">
            <mc:AlternateContent xmlns:mc="http://schemas.openxmlformats.org/markup-compatibility/2006">
              <mc:Choice xmlns:v="urn:schemas-microsoft-com:vml" Requires="v">
                <p:oleObj spid="_x0000_s3168" name="" r:id="rId1" imgW="4550410" imgH="370205" progId="Equation.2">
                  <p:embed/>
                </p:oleObj>
              </mc:Choice>
              <mc:Fallback>
                <p:oleObj name="" r:id="rId1" imgW="4550410" imgH="370205" progId="Equation.2">
                  <p:embed/>
                  <p:pic>
                    <p:nvPicPr>
                      <p:cNvPr id="0" name="图片 3167"/>
                      <p:cNvPicPr/>
                      <p:nvPr/>
                    </p:nvPicPr>
                    <p:blipFill>
                      <a:blip r:embed="rId2">
                        <a:clrChange>
                          <a:clrFrom>
                            <a:srgbClr val="000000"/>
                          </a:clrFrom>
                          <a:clrTo>
                            <a:srgbClr val="FFFF00"/>
                          </a:clrTo>
                        </a:clrChange>
                      </a:blip>
                      <a:stretch>
                        <a:fillRect/>
                      </a:stretch>
                    </p:blipFill>
                    <p:spPr>
                      <a:xfrm>
                        <a:off x="381000" y="2790825"/>
                        <a:ext cx="8412163" cy="638175"/>
                      </a:xfrm>
                      <a:prstGeom prst="rect">
                        <a:avLst/>
                      </a:prstGeom>
                      <a:noFill/>
                      <a:ln w="38100">
                        <a:noFill/>
                        <a:miter/>
                      </a:ln>
                    </p:spPr>
                  </p:pic>
                </p:oleObj>
              </mc:Fallback>
            </mc:AlternateContent>
          </a:graphicData>
        </a:graphic>
      </p:graphicFrame>
      <p:graphicFrame>
        <p:nvGraphicFramePr>
          <p:cNvPr id="16388" name="Object 5"/>
          <p:cNvGraphicFramePr/>
          <p:nvPr/>
        </p:nvGraphicFramePr>
        <p:xfrm>
          <a:off x="341313" y="4838700"/>
          <a:ext cx="8502650" cy="647700"/>
        </p:xfrm>
        <a:graphic>
          <a:graphicData uri="http://schemas.openxmlformats.org/presentationml/2006/ole">
            <mc:AlternateContent xmlns:mc="http://schemas.openxmlformats.org/markup-compatibility/2006">
              <mc:Choice xmlns:v="urn:schemas-microsoft-com:vml" Requires="v">
                <p:oleObj spid="_x0000_s3166" name="" r:id="rId3" imgW="4593590" imgH="370205" progId="Equation.2">
                  <p:embed/>
                </p:oleObj>
              </mc:Choice>
              <mc:Fallback>
                <p:oleObj name="" r:id="rId3" imgW="4593590" imgH="370205" progId="Equation.2">
                  <p:embed/>
                  <p:pic>
                    <p:nvPicPr>
                      <p:cNvPr id="0" name="图片 3165"/>
                      <p:cNvPicPr/>
                      <p:nvPr/>
                    </p:nvPicPr>
                    <p:blipFill>
                      <a:blip r:embed="rId4">
                        <a:clrChange>
                          <a:clrFrom>
                            <a:srgbClr val="000000"/>
                          </a:clrFrom>
                          <a:clrTo>
                            <a:srgbClr val="FFFF00"/>
                          </a:clrTo>
                        </a:clrChange>
                      </a:blip>
                      <a:stretch>
                        <a:fillRect/>
                      </a:stretch>
                    </p:blipFill>
                    <p:spPr>
                      <a:xfrm>
                        <a:off x="341313" y="4838700"/>
                        <a:ext cx="8502650" cy="647700"/>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09" name="Picture 3"/>
          <p:cNvPicPr/>
          <p:nvPr/>
        </p:nvPicPr>
        <p:blipFill>
          <a:blip r:embed="rId1"/>
          <a:stretch>
            <a:fillRect/>
          </a:stretch>
        </p:blipFill>
        <p:spPr>
          <a:xfrm>
            <a:off x="0" y="1001713"/>
            <a:ext cx="9134475" cy="4845050"/>
          </a:xfrm>
          <a:prstGeom prst="rect">
            <a:avLst/>
          </a:prstGeom>
          <a:noFill/>
          <a:ln w="9525">
            <a:noFill/>
          </a:ln>
        </p:spPr>
      </p:pic>
      <p:sp>
        <p:nvSpPr>
          <p:cNvPr id="17410" name="Rectangle 4"/>
          <p:cNvSpPr/>
          <p:nvPr/>
        </p:nvSpPr>
        <p:spPr>
          <a:xfrm>
            <a:off x="1074738" y="1549400"/>
            <a:ext cx="15224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Output, y</a:t>
            </a:r>
            <a:endParaRPr lang="en-US" altLang="zh-CN" sz="2400" dirty="0">
              <a:latin typeface="Arial" panose="020B0604020202020204" pitchFamily="34" charset="0"/>
              <a:ea typeface="宋体" panose="02010600030101010101" pitchFamily="2" charset="-122"/>
            </a:endParaRPr>
          </a:p>
        </p:txBody>
      </p:sp>
      <p:sp>
        <p:nvSpPr>
          <p:cNvPr id="17411" name="Rectangle 5"/>
          <p:cNvSpPr/>
          <p:nvPr/>
        </p:nvSpPr>
        <p:spPr>
          <a:xfrm>
            <a:off x="4854575" y="5272088"/>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7412" name="Rectangle 6"/>
          <p:cNvSpPr/>
          <p:nvPr/>
        </p:nvSpPr>
        <p:spPr>
          <a:xfrm>
            <a:off x="4408488" y="408940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7413" name="Rectangle 7"/>
          <p:cNvSpPr/>
          <p:nvPr/>
        </p:nvSpPr>
        <p:spPr>
          <a:xfrm>
            <a:off x="4384675" y="4918075"/>
            <a:ext cx="8112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(8,1)</a:t>
            </a:r>
            <a:endParaRPr lang="en-US" altLang="zh-CN" sz="2400" dirty="0">
              <a:latin typeface="Arial" panose="020B0604020202020204" pitchFamily="34" charset="0"/>
              <a:ea typeface="宋体" panose="02010600030101010101" pitchFamily="2" charset="-122"/>
            </a:endParaRPr>
          </a:p>
        </p:txBody>
      </p:sp>
      <p:sp>
        <p:nvSpPr>
          <p:cNvPr id="17414" name="Rectangle 8"/>
          <p:cNvSpPr/>
          <p:nvPr/>
        </p:nvSpPr>
        <p:spPr>
          <a:xfrm>
            <a:off x="5646738" y="4608513"/>
            <a:ext cx="8112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(8,8)</a:t>
            </a:r>
            <a:endParaRPr lang="en-US" altLang="zh-CN" sz="2400" dirty="0">
              <a:latin typeface="Arial" panose="020B0604020202020204" pitchFamily="34" charset="0"/>
              <a:ea typeface="宋体" panose="02010600030101010101" pitchFamily="2" charset="-122"/>
            </a:endParaRPr>
          </a:p>
        </p:txBody>
      </p:sp>
      <p:sp>
        <p:nvSpPr>
          <p:cNvPr id="17415" name="TextBox 8"/>
          <p:cNvSpPr txBox="1"/>
          <p:nvPr/>
        </p:nvSpPr>
        <p:spPr>
          <a:xfrm>
            <a:off x="0" y="966788"/>
            <a:ext cx="9144000" cy="584200"/>
          </a:xfrm>
          <a:prstGeom prst="rect">
            <a:avLst/>
          </a:prstGeom>
          <a:solidFill>
            <a:schemeClr val="bg1"/>
          </a:solidFill>
          <a:ln w="9525">
            <a:noFill/>
          </a:ln>
        </p:spPr>
        <p:txBody>
          <a:bodyPr anchor="t" anchorCtr="0">
            <a:spAutoFit/>
          </a:bodyPr>
          <a:p>
            <a:pPr eaLnBrk="0" hangingPunct="0">
              <a:buSzTx/>
            </a:pPr>
            <a:endParaRPr lang="zh-CN" altLang="en-US" dirty="0">
              <a:solidFill>
                <a:schemeClr val="bg2"/>
              </a:solidFill>
              <a:latin typeface="Arial" panose="020B0604020202020204" pitchFamily="34" charset="0"/>
              <a:ea typeface="宋体" panose="02010600030101010101" pitchFamily="2" charset="-122"/>
            </a:endParaRPr>
          </a:p>
        </p:txBody>
      </p:sp>
      <p:sp>
        <p:nvSpPr>
          <p:cNvPr id="1741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br>
              <a:rPr lang="en-US" altLang="zh-CN" dirty="0">
                <a:ea typeface="宋体" panose="02010600030101010101" pitchFamily="2" charset="-122"/>
              </a:rPr>
            </a:br>
            <a:r>
              <a:rPr lang="zh-CN" altLang="en-US" dirty="0">
                <a:ea typeface="宋体" panose="02010600030101010101" pitchFamily="2" charset="-122"/>
              </a:rPr>
              <a:t>多要素投入技术</a:t>
            </a:r>
            <a:endParaRPr lang="en-US" altLang="zh-CN"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br>
              <a:rPr lang="en-US" altLang="zh-CN" dirty="0">
                <a:ea typeface="宋体" panose="02010600030101010101" pitchFamily="2" charset="-122"/>
              </a:rPr>
            </a:br>
            <a:r>
              <a:rPr lang="zh-CN" altLang="en-US" dirty="0">
                <a:ea typeface="宋体" panose="02010600030101010101" pitchFamily="2" charset="-122"/>
              </a:rPr>
              <a:t>多要素投入技术</a:t>
            </a:r>
            <a:endParaRPr lang="en-US" altLang="zh-CN" dirty="0">
              <a:ea typeface="宋体" panose="02010600030101010101" pitchFamily="2" charset="-122"/>
            </a:endParaRPr>
          </a:p>
        </p:txBody>
      </p:sp>
      <p:sp>
        <p:nvSpPr>
          <p:cNvPr id="18434"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The y output unit </a:t>
            </a:r>
            <a:r>
              <a:rPr lang="en-US" altLang="zh-CN" dirty="0">
                <a:solidFill>
                  <a:srgbClr val="FFFF00"/>
                </a:solidFill>
                <a:ea typeface="宋体" panose="02010600030101010101" pitchFamily="2" charset="-122"/>
              </a:rPr>
              <a:t>isoquant</a:t>
            </a:r>
            <a:r>
              <a:rPr lang="en-US" altLang="zh-CN" dirty="0">
                <a:ea typeface="宋体" panose="02010600030101010101" pitchFamily="2" charset="-122"/>
              </a:rPr>
              <a:t> </a:t>
            </a:r>
            <a:r>
              <a:rPr lang="zh-CN" altLang="en-US" dirty="0">
                <a:ea typeface="宋体" panose="02010600030101010101" pitchFamily="2" charset="-122"/>
              </a:rPr>
              <a:t>等产量线</a:t>
            </a:r>
            <a:r>
              <a:rPr lang="en-US" altLang="zh-CN" dirty="0">
                <a:ea typeface="宋体" panose="02010600030101010101" pitchFamily="2" charset="-122"/>
              </a:rPr>
              <a:t>is the set of all input bundles that yield at most the same output level y.</a:t>
            </a:r>
            <a:endParaRPr lang="en-US" altLang="zh-CN" dirty="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7" name="Picture 3"/>
          <p:cNvPicPr/>
          <p:nvPr/>
        </p:nvPicPr>
        <p:blipFill>
          <a:blip r:embed="rId1"/>
          <a:stretch>
            <a:fillRect/>
          </a:stretch>
        </p:blipFill>
        <p:spPr>
          <a:xfrm>
            <a:off x="0" y="1001713"/>
            <a:ext cx="9134475" cy="4845050"/>
          </a:xfrm>
          <a:prstGeom prst="rect">
            <a:avLst/>
          </a:prstGeom>
          <a:noFill/>
          <a:ln w="9525">
            <a:noFill/>
          </a:ln>
        </p:spPr>
      </p:pic>
      <p:sp>
        <p:nvSpPr>
          <p:cNvPr id="19458" name="Rectangle 4"/>
          <p:cNvSpPr/>
          <p:nvPr/>
        </p:nvSpPr>
        <p:spPr>
          <a:xfrm>
            <a:off x="6265863" y="2870200"/>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8</a:t>
            </a:r>
            <a:endParaRPr lang="en-US" altLang="zh-CN" sz="2400" dirty="0">
              <a:latin typeface="Symbol" panose="05050102010706020507" pitchFamily="18" charset="2"/>
              <a:ea typeface="宋体" panose="02010600030101010101" pitchFamily="2" charset="-122"/>
            </a:endParaRPr>
          </a:p>
        </p:txBody>
      </p:sp>
      <p:sp>
        <p:nvSpPr>
          <p:cNvPr id="19459" name="Rectangle 5"/>
          <p:cNvSpPr/>
          <p:nvPr/>
        </p:nvSpPr>
        <p:spPr>
          <a:xfrm>
            <a:off x="6218238" y="4846638"/>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4</a:t>
            </a:r>
            <a:endParaRPr lang="en-US" altLang="zh-CN" sz="2400" dirty="0">
              <a:latin typeface="Symbol" panose="05050102010706020507" pitchFamily="18" charset="2"/>
              <a:ea typeface="宋体" panose="02010600030101010101" pitchFamily="2" charset="-122"/>
            </a:endParaRPr>
          </a:p>
        </p:txBody>
      </p:sp>
      <p:sp>
        <p:nvSpPr>
          <p:cNvPr id="19460" name="Rectangle 6"/>
          <p:cNvSpPr/>
          <p:nvPr/>
        </p:nvSpPr>
        <p:spPr>
          <a:xfrm>
            <a:off x="6586538" y="531495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9461" name="Rectangle 7"/>
          <p:cNvSpPr/>
          <p:nvPr/>
        </p:nvSpPr>
        <p:spPr>
          <a:xfrm>
            <a:off x="2159000" y="100330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9462" name="TextBox 7"/>
          <p:cNvSpPr txBox="1"/>
          <p:nvPr/>
        </p:nvSpPr>
        <p:spPr>
          <a:xfrm>
            <a:off x="0" y="595313"/>
            <a:ext cx="9144000" cy="584200"/>
          </a:xfrm>
          <a:prstGeom prst="rect">
            <a:avLst/>
          </a:prstGeom>
          <a:solidFill>
            <a:schemeClr val="bg1"/>
          </a:solidFill>
          <a:ln w="9525">
            <a:noFill/>
          </a:ln>
        </p:spPr>
        <p:txBody>
          <a:bodyPr anchor="t" anchorCtr="0">
            <a:spAutoFit/>
          </a:bodyPr>
          <a:p>
            <a:pPr eaLnBrk="0" hangingPunct="0">
              <a:buSzTx/>
            </a:pPr>
            <a:endParaRPr lang="zh-CN" altLang="en-US" dirty="0">
              <a:solidFill>
                <a:schemeClr val="bg2"/>
              </a:solidFill>
              <a:latin typeface="Arial" panose="020B0604020202020204" pitchFamily="34" charset="0"/>
              <a:ea typeface="宋体" panose="02010600030101010101" pitchFamily="2" charset="-122"/>
            </a:endParaRPr>
          </a:p>
        </p:txBody>
      </p:sp>
      <p:sp>
        <p:nvSpPr>
          <p:cNvPr id="1946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Isoquants with Two Variable Inputs</a:t>
            </a:r>
            <a:br>
              <a:rPr lang="en-US" altLang="zh-CN" dirty="0">
                <a:ea typeface="宋体" panose="02010600030101010101" pitchFamily="2" charset="-122"/>
              </a:rPr>
            </a:br>
            <a:r>
              <a:rPr lang="zh-CN" altLang="en-US" dirty="0">
                <a:ea typeface="宋体" panose="02010600030101010101" pitchFamily="2" charset="-122"/>
              </a:rPr>
              <a:t>二个可变投入变量的等产量线</a:t>
            </a:r>
            <a:endParaRPr lang="en-US" altLang="zh-CN" dirty="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Isoquants with Two Variable Inputs</a:t>
            </a:r>
            <a:br>
              <a:rPr lang="en-US" altLang="zh-CN" dirty="0">
                <a:ea typeface="宋体" panose="02010600030101010101" pitchFamily="2" charset="-122"/>
              </a:rPr>
            </a:br>
            <a:r>
              <a:rPr lang="zh-CN" altLang="en-US" dirty="0">
                <a:ea typeface="宋体" panose="02010600030101010101" pitchFamily="2" charset="-122"/>
              </a:rPr>
              <a:t>二个可变投入变量的等产量线</a:t>
            </a:r>
            <a:endParaRPr lang="en-US" altLang="zh-CN" dirty="0">
              <a:ea typeface="宋体" panose="02010600030101010101" pitchFamily="2" charset="-122"/>
            </a:endParaRPr>
          </a:p>
        </p:txBody>
      </p:sp>
      <p:sp>
        <p:nvSpPr>
          <p:cNvPr id="20482"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Isoquants can be graphed by adding an output level axis and displaying each isoquant at the height of the isoquant’s output level. </a:t>
            </a:r>
            <a:endParaRPr lang="en-US" altLang="zh-CN" dirty="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5" name="Picture 3"/>
          <p:cNvPicPr/>
          <p:nvPr/>
        </p:nvPicPr>
        <p:blipFill>
          <a:blip r:embed="rId1"/>
          <a:stretch>
            <a:fillRect/>
          </a:stretch>
        </p:blipFill>
        <p:spPr>
          <a:xfrm>
            <a:off x="0" y="1001713"/>
            <a:ext cx="9134475" cy="4845050"/>
          </a:xfrm>
          <a:prstGeom prst="rect">
            <a:avLst/>
          </a:prstGeom>
          <a:noFill/>
          <a:ln w="9525">
            <a:noFill/>
          </a:ln>
        </p:spPr>
      </p:pic>
      <p:sp>
        <p:nvSpPr>
          <p:cNvPr id="21506" name="Rectangle 4"/>
          <p:cNvSpPr/>
          <p:nvPr/>
        </p:nvSpPr>
        <p:spPr>
          <a:xfrm>
            <a:off x="1074738" y="1549400"/>
            <a:ext cx="15224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Output, y</a:t>
            </a:r>
            <a:endParaRPr lang="en-US" altLang="zh-CN" sz="2400" dirty="0">
              <a:latin typeface="Arial" panose="020B0604020202020204" pitchFamily="34" charset="0"/>
              <a:ea typeface="宋体" panose="02010600030101010101" pitchFamily="2" charset="-122"/>
            </a:endParaRPr>
          </a:p>
        </p:txBody>
      </p:sp>
      <p:sp>
        <p:nvSpPr>
          <p:cNvPr id="21507" name="Rectangle 5"/>
          <p:cNvSpPr/>
          <p:nvPr/>
        </p:nvSpPr>
        <p:spPr>
          <a:xfrm>
            <a:off x="4854575" y="5272088"/>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21508" name="Rectangle 6"/>
          <p:cNvSpPr/>
          <p:nvPr/>
        </p:nvSpPr>
        <p:spPr>
          <a:xfrm>
            <a:off x="4351338" y="41179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21509" name="Rectangle 7"/>
          <p:cNvSpPr/>
          <p:nvPr/>
        </p:nvSpPr>
        <p:spPr>
          <a:xfrm>
            <a:off x="5813425" y="2608263"/>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8</a:t>
            </a:r>
            <a:endParaRPr lang="en-US" altLang="zh-CN" sz="2400" dirty="0">
              <a:latin typeface="Symbol" panose="05050102010706020507" pitchFamily="18" charset="2"/>
              <a:ea typeface="宋体" panose="02010600030101010101" pitchFamily="2" charset="-122"/>
            </a:endParaRPr>
          </a:p>
        </p:txBody>
      </p:sp>
      <p:sp>
        <p:nvSpPr>
          <p:cNvPr id="21510" name="Rectangle 8"/>
          <p:cNvSpPr/>
          <p:nvPr/>
        </p:nvSpPr>
        <p:spPr>
          <a:xfrm>
            <a:off x="4813300" y="3989388"/>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4</a:t>
            </a:r>
            <a:endParaRPr lang="en-US" altLang="zh-CN" sz="2400" dirty="0">
              <a:latin typeface="Symbol" panose="05050102010706020507" pitchFamily="18" charset="2"/>
              <a:ea typeface="宋体" panose="02010600030101010101" pitchFamily="2" charset="-122"/>
            </a:endParaRPr>
          </a:p>
        </p:txBody>
      </p:sp>
      <p:sp>
        <p:nvSpPr>
          <p:cNvPr id="21511" name="TextBox 8"/>
          <p:cNvSpPr txBox="1"/>
          <p:nvPr/>
        </p:nvSpPr>
        <p:spPr>
          <a:xfrm>
            <a:off x="0" y="595313"/>
            <a:ext cx="9144000" cy="584200"/>
          </a:xfrm>
          <a:prstGeom prst="rect">
            <a:avLst/>
          </a:prstGeom>
          <a:solidFill>
            <a:schemeClr val="bg1"/>
          </a:solidFill>
          <a:ln w="9525">
            <a:noFill/>
          </a:ln>
        </p:spPr>
        <p:txBody>
          <a:bodyPr anchor="t" anchorCtr="0">
            <a:spAutoFit/>
          </a:bodyPr>
          <a:p>
            <a:pPr eaLnBrk="0" hangingPunct="0">
              <a:buSzTx/>
            </a:pPr>
            <a:endParaRPr lang="zh-CN" altLang="en-US" dirty="0">
              <a:solidFill>
                <a:schemeClr val="bg2"/>
              </a:solidFill>
              <a:latin typeface="Arial" panose="020B0604020202020204" pitchFamily="34" charset="0"/>
              <a:ea typeface="宋体" panose="02010600030101010101" pitchFamily="2" charset="-122"/>
            </a:endParaRPr>
          </a:p>
        </p:txBody>
      </p:sp>
      <p:sp>
        <p:nvSpPr>
          <p:cNvPr id="2151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Isoquants with Two Variable Inputs</a:t>
            </a:r>
            <a:br>
              <a:rPr lang="en-US" altLang="zh-CN" dirty="0">
                <a:ea typeface="宋体" panose="02010600030101010101" pitchFamily="2" charset="-122"/>
              </a:rPr>
            </a:br>
            <a:r>
              <a:rPr lang="zh-CN" altLang="en-US" dirty="0">
                <a:ea typeface="宋体" panose="02010600030101010101" pitchFamily="2" charset="-122"/>
              </a:rPr>
              <a:t>二个可变投入变量的等产量线</a:t>
            </a:r>
            <a:endParaRPr lang="en-US" altLang="zh-CN"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Isoquants with Two Variable Inputs</a:t>
            </a:r>
            <a:br>
              <a:rPr lang="en-US" altLang="zh-CN" dirty="0">
                <a:ea typeface="宋体" panose="02010600030101010101" pitchFamily="2" charset="-122"/>
              </a:rPr>
            </a:br>
            <a:r>
              <a:rPr lang="zh-CN" altLang="en-US" dirty="0">
                <a:ea typeface="宋体" panose="02010600030101010101" pitchFamily="2" charset="-122"/>
              </a:rPr>
              <a:t>二个可变投入变量的等产量线</a:t>
            </a:r>
            <a:endParaRPr lang="en-US" altLang="zh-CN" dirty="0">
              <a:ea typeface="宋体" panose="02010600030101010101" pitchFamily="2" charset="-122"/>
            </a:endParaRPr>
          </a:p>
        </p:txBody>
      </p:sp>
      <p:sp>
        <p:nvSpPr>
          <p:cNvPr id="22530"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More isoquants tell us more about the technology.</a:t>
            </a:r>
            <a:endParaRPr lang="en-US" altLang="zh-CN"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Isoquants with Two Variable Inputs</a:t>
            </a:r>
            <a:endParaRPr lang="en-US" altLang="zh-CN" dirty="0">
              <a:ea typeface="宋体" panose="02010600030101010101" pitchFamily="2" charset="-122"/>
            </a:endParaRPr>
          </a:p>
        </p:txBody>
      </p:sp>
      <p:pic>
        <p:nvPicPr>
          <p:cNvPr id="23554" name="Picture 3"/>
          <p:cNvPicPr/>
          <p:nvPr/>
        </p:nvPicPr>
        <p:blipFill>
          <a:blip r:embed="rId1"/>
          <a:stretch>
            <a:fillRect/>
          </a:stretch>
        </p:blipFill>
        <p:spPr>
          <a:xfrm>
            <a:off x="0" y="1001713"/>
            <a:ext cx="9134475" cy="4845050"/>
          </a:xfrm>
          <a:prstGeom prst="rect">
            <a:avLst/>
          </a:prstGeom>
          <a:noFill/>
          <a:ln w="9525">
            <a:noFill/>
          </a:ln>
        </p:spPr>
      </p:pic>
      <p:sp>
        <p:nvSpPr>
          <p:cNvPr id="23555" name="Rectangle 4"/>
          <p:cNvSpPr/>
          <p:nvPr/>
        </p:nvSpPr>
        <p:spPr>
          <a:xfrm>
            <a:off x="6265863" y="2870200"/>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8</a:t>
            </a:r>
            <a:endParaRPr lang="en-US" altLang="zh-CN" sz="2400" dirty="0">
              <a:latin typeface="Symbol" panose="05050102010706020507" pitchFamily="18" charset="2"/>
              <a:ea typeface="宋体" panose="02010600030101010101" pitchFamily="2" charset="-122"/>
            </a:endParaRPr>
          </a:p>
        </p:txBody>
      </p:sp>
      <p:sp>
        <p:nvSpPr>
          <p:cNvPr id="23556" name="Rectangle 5"/>
          <p:cNvSpPr/>
          <p:nvPr/>
        </p:nvSpPr>
        <p:spPr>
          <a:xfrm>
            <a:off x="6265863" y="4751388"/>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4</a:t>
            </a:r>
            <a:endParaRPr lang="en-US" altLang="zh-CN" sz="2400" dirty="0">
              <a:latin typeface="Symbol" panose="05050102010706020507" pitchFamily="18" charset="2"/>
              <a:ea typeface="宋体" panose="02010600030101010101" pitchFamily="2" charset="-122"/>
            </a:endParaRPr>
          </a:p>
        </p:txBody>
      </p:sp>
      <p:sp>
        <p:nvSpPr>
          <p:cNvPr id="23557" name="Rectangle 6"/>
          <p:cNvSpPr/>
          <p:nvPr/>
        </p:nvSpPr>
        <p:spPr>
          <a:xfrm>
            <a:off x="6586538" y="531495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23558" name="Rectangle 7"/>
          <p:cNvSpPr/>
          <p:nvPr/>
        </p:nvSpPr>
        <p:spPr>
          <a:xfrm>
            <a:off x="2159000" y="100330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23559" name="Rectangle 8"/>
          <p:cNvSpPr/>
          <p:nvPr/>
        </p:nvSpPr>
        <p:spPr>
          <a:xfrm>
            <a:off x="6265863" y="4179888"/>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6</a:t>
            </a:r>
            <a:endParaRPr lang="en-US" altLang="zh-CN" sz="2400" dirty="0">
              <a:latin typeface="Symbol" panose="05050102010706020507" pitchFamily="18" charset="2"/>
              <a:ea typeface="宋体" panose="02010600030101010101" pitchFamily="2" charset="-122"/>
            </a:endParaRPr>
          </a:p>
        </p:txBody>
      </p:sp>
      <p:sp>
        <p:nvSpPr>
          <p:cNvPr id="23560" name="Rectangle 9"/>
          <p:cNvSpPr/>
          <p:nvPr/>
        </p:nvSpPr>
        <p:spPr>
          <a:xfrm>
            <a:off x="6265863" y="5013325"/>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2</a:t>
            </a:r>
            <a:endParaRPr lang="en-US" altLang="zh-CN" sz="2400" dirty="0">
              <a:latin typeface="Symbol" panose="05050102010706020507" pitchFamily="18" charset="2"/>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Isoquants with Two Variable Inputs</a:t>
            </a:r>
            <a:endParaRPr lang="en-US" altLang="zh-CN" dirty="0">
              <a:ea typeface="宋体" panose="02010600030101010101" pitchFamily="2" charset="-122"/>
            </a:endParaRPr>
          </a:p>
        </p:txBody>
      </p:sp>
      <p:pic>
        <p:nvPicPr>
          <p:cNvPr id="24578" name="Picture 3"/>
          <p:cNvPicPr/>
          <p:nvPr/>
        </p:nvPicPr>
        <p:blipFill>
          <a:blip r:embed="rId1"/>
          <a:stretch>
            <a:fillRect/>
          </a:stretch>
        </p:blipFill>
        <p:spPr>
          <a:xfrm>
            <a:off x="0" y="1001713"/>
            <a:ext cx="9134475" cy="4845050"/>
          </a:xfrm>
          <a:prstGeom prst="rect">
            <a:avLst/>
          </a:prstGeom>
          <a:noFill/>
          <a:ln w="9525">
            <a:noFill/>
          </a:ln>
        </p:spPr>
      </p:pic>
      <p:sp>
        <p:nvSpPr>
          <p:cNvPr id="24579" name="Rectangle 4"/>
          <p:cNvSpPr/>
          <p:nvPr/>
        </p:nvSpPr>
        <p:spPr>
          <a:xfrm>
            <a:off x="1074738" y="1549400"/>
            <a:ext cx="15224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Output, y</a:t>
            </a:r>
            <a:endParaRPr lang="en-US" altLang="zh-CN" sz="2400" dirty="0">
              <a:latin typeface="Arial" panose="020B0604020202020204" pitchFamily="34" charset="0"/>
              <a:ea typeface="宋体" panose="02010600030101010101" pitchFamily="2" charset="-122"/>
            </a:endParaRPr>
          </a:p>
        </p:txBody>
      </p:sp>
      <p:sp>
        <p:nvSpPr>
          <p:cNvPr id="24580" name="Rectangle 5"/>
          <p:cNvSpPr/>
          <p:nvPr/>
        </p:nvSpPr>
        <p:spPr>
          <a:xfrm>
            <a:off x="4854575" y="5272088"/>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24581" name="Rectangle 6"/>
          <p:cNvSpPr/>
          <p:nvPr/>
        </p:nvSpPr>
        <p:spPr>
          <a:xfrm>
            <a:off x="4351338" y="41179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24582" name="Rectangle 7"/>
          <p:cNvSpPr/>
          <p:nvPr/>
        </p:nvSpPr>
        <p:spPr>
          <a:xfrm>
            <a:off x="5813425" y="2608263"/>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8</a:t>
            </a:r>
            <a:endParaRPr lang="en-US" altLang="zh-CN" sz="2400" dirty="0">
              <a:latin typeface="Symbol" panose="05050102010706020507" pitchFamily="18" charset="2"/>
              <a:ea typeface="宋体" panose="02010600030101010101" pitchFamily="2" charset="-122"/>
            </a:endParaRPr>
          </a:p>
        </p:txBody>
      </p:sp>
      <p:sp>
        <p:nvSpPr>
          <p:cNvPr id="24583" name="Rectangle 8"/>
          <p:cNvSpPr/>
          <p:nvPr/>
        </p:nvSpPr>
        <p:spPr>
          <a:xfrm>
            <a:off x="4813300" y="3989388"/>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4</a:t>
            </a:r>
            <a:endParaRPr lang="en-US" altLang="zh-CN" sz="2400" dirty="0">
              <a:latin typeface="Symbol" panose="05050102010706020507" pitchFamily="18" charset="2"/>
              <a:ea typeface="宋体" panose="02010600030101010101" pitchFamily="2" charset="-122"/>
            </a:endParaRPr>
          </a:p>
        </p:txBody>
      </p:sp>
      <p:sp>
        <p:nvSpPr>
          <p:cNvPr id="24584" name="Rectangle 9"/>
          <p:cNvSpPr/>
          <p:nvPr/>
        </p:nvSpPr>
        <p:spPr>
          <a:xfrm>
            <a:off x="5170488" y="3346450"/>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6</a:t>
            </a:r>
            <a:endParaRPr lang="en-US" altLang="zh-CN" sz="2400" dirty="0">
              <a:latin typeface="Symbol" panose="05050102010706020507" pitchFamily="18" charset="2"/>
              <a:ea typeface="宋体" panose="02010600030101010101" pitchFamily="2" charset="-122"/>
            </a:endParaRPr>
          </a:p>
        </p:txBody>
      </p:sp>
      <p:sp>
        <p:nvSpPr>
          <p:cNvPr id="24585" name="Rectangle 10"/>
          <p:cNvSpPr/>
          <p:nvPr/>
        </p:nvSpPr>
        <p:spPr>
          <a:xfrm>
            <a:off x="4694238" y="4584700"/>
            <a:ext cx="8350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 </a:t>
            </a:r>
            <a:r>
              <a:rPr lang="en-US" altLang="zh-CN" sz="2400" dirty="0">
                <a:latin typeface="Symbol" panose="05050102010706020507" pitchFamily="18" charset="2"/>
                <a:ea typeface="宋体" panose="02010600030101010101" pitchFamily="2" charset="-122"/>
              </a:rPr>
              <a:t>º 2</a:t>
            </a:r>
            <a:endParaRPr lang="en-US" altLang="zh-CN" sz="2400" dirty="0">
              <a:latin typeface="Symbol" panose="05050102010706020507" pitchFamily="18" charset="2"/>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br>
              <a:rPr lang="en-US" altLang="zh-CN" dirty="0">
                <a:ea typeface="宋体" panose="02010600030101010101" pitchFamily="2" charset="-122"/>
              </a:rPr>
            </a:br>
            <a:r>
              <a:rPr lang="zh-CN" altLang="en-US" dirty="0">
                <a:ea typeface="宋体" panose="02010600030101010101" pitchFamily="2" charset="-122"/>
              </a:rPr>
              <a:t>多要素投入技术</a:t>
            </a:r>
            <a:endParaRPr lang="en-US" altLang="zh-CN" dirty="0">
              <a:ea typeface="宋体" panose="02010600030101010101" pitchFamily="2" charset="-122"/>
            </a:endParaRPr>
          </a:p>
        </p:txBody>
      </p:sp>
      <p:sp>
        <p:nvSpPr>
          <p:cNvPr id="25602" name="Rectangle 3"/>
          <p:cNvSpPr>
            <a:spLocks noGrp="1"/>
          </p:cNvSpPr>
          <p:nvPr>
            <p:ph idx="1"/>
          </p:nvPr>
        </p:nvSpPr>
        <p:spPr>
          <a:xfrm>
            <a:off x="685800" y="1428750"/>
            <a:ext cx="7772400" cy="4152900"/>
          </a:xfrm>
          <a:ln/>
        </p:spPr>
        <p:txBody>
          <a:bodyPr vert="horz" wrap="square" lIns="92075" tIns="46038" rIns="92075" bIns="46038" anchor="t" anchorCtr="0"/>
          <a:p>
            <a:r>
              <a:rPr lang="en-US" altLang="zh-CN" dirty="0">
                <a:ea typeface="宋体" panose="02010600030101010101" pitchFamily="2" charset="-122"/>
              </a:rPr>
              <a:t>The complete collection of isoquants is the </a:t>
            </a:r>
            <a:r>
              <a:rPr lang="en-US" altLang="zh-CN" dirty="0">
                <a:solidFill>
                  <a:srgbClr val="FFFF00"/>
                </a:solidFill>
                <a:ea typeface="宋体" panose="02010600030101010101" pitchFamily="2" charset="-122"/>
              </a:rPr>
              <a:t>isoquant map</a:t>
            </a:r>
            <a:r>
              <a:rPr lang="en-US" altLang="zh-CN" dirty="0">
                <a:ea typeface="宋体" panose="02010600030101010101" pitchFamily="2" charset="-122"/>
              </a:rPr>
              <a:t>.</a:t>
            </a:r>
            <a:endParaRPr lang="en-US" altLang="zh-CN" dirty="0">
              <a:ea typeface="宋体" panose="02010600030101010101" pitchFamily="2" charset="-122"/>
            </a:endParaRPr>
          </a:p>
          <a:p>
            <a:r>
              <a:rPr lang="en-US" altLang="zh-CN" dirty="0">
                <a:solidFill>
                  <a:srgbClr val="FFFF00"/>
                </a:solidFill>
                <a:ea typeface="宋体" panose="02010600030101010101" pitchFamily="2" charset="-122"/>
              </a:rPr>
              <a:t>The isoquant map is equivalent to the production function</a:t>
            </a:r>
            <a:r>
              <a:rPr lang="en-US" altLang="zh-CN" dirty="0">
                <a:ea typeface="宋体" panose="02010600030101010101" pitchFamily="2" charset="-122"/>
              </a:rPr>
              <a:t> -- each is the other.</a:t>
            </a:r>
            <a:endParaRPr lang="en-US" altLang="zh-CN" dirty="0">
              <a:ea typeface="宋体" panose="02010600030101010101" pitchFamily="2" charset="-122"/>
            </a:endParaRPr>
          </a:p>
          <a:p>
            <a:r>
              <a:rPr lang="en-US" altLang="zh-CN" dirty="0">
                <a:ea typeface="宋体" panose="02010600030101010101" pitchFamily="2" charset="-122"/>
              </a:rPr>
              <a:t>E.g.</a:t>
            </a:r>
            <a:endParaRPr lang="en-US" altLang="zh-CN" dirty="0">
              <a:ea typeface="宋体" panose="02010600030101010101" pitchFamily="2" charset="-122"/>
            </a:endParaRPr>
          </a:p>
        </p:txBody>
      </p:sp>
      <p:graphicFrame>
        <p:nvGraphicFramePr>
          <p:cNvPr id="25603" name="Object 0"/>
          <p:cNvGraphicFramePr/>
          <p:nvPr/>
        </p:nvGraphicFramePr>
        <p:xfrm>
          <a:off x="2687638" y="3992563"/>
          <a:ext cx="4870450" cy="712787"/>
        </p:xfrm>
        <a:graphic>
          <a:graphicData uri="http://schemas.openxmlformats.org/presentationml/2006/ole">
            <mc:AlternateContent xmlns:mc="http://schemas.openxmlformats.org/markup-compatibility/2006">
              <mc:Choice xmlns:v="urn:schemas-microsoft-com:vml" Requires="v">
                <p:oleObj spid="_x0000_s3169" name="" r:id="rId1" imgW="1310640" imgH="196215" progId="Equation.3">
                  <p:embed/>
                </p:oleObj>
              </mc:Choice>
              <mc:Fallback>
                <p:oleObj name="" r:id="rId1" imgW="1310640" imgH="196215" progId="Equation.3">
                  <p:embed/>
                  <p:pic>
                    <p:nvPicPr>
                      <p:cNvPr id="0" name="图片 3168"/>
                      <p:cNvPicPr/>
                      <p:nvPr/>
                    </p:nvPicPr>
                    <p:blipFill>
                      <a:blip r:embed="rId2">
                        <a:clrChange>
                          <a:clrFrom>
                            <a:srgbClr val="000000"/>
                          </a:clrFrom>
                          <a:clrTo>
                            <a:srgbClr val="FFFF00"/>
                          </a:clrTo>
                        </a:clrChange>
                      </a:blip>
                      <a:stretch>
                        <a:fillRect/>
                      </a:stretch>
                    </p:blipFill>
                    <p:spPr>
                      <a:xfrm>
                        <a:off x="2687638" y="3992563"/>
                        <a:ext cx="4870450" cy="712787"/>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26626" name="Picture 3"/>
          <p:cNvPicPr/>
          <p:nvPr/>
        </p:nvPicPr>
        <p:blipFill>
          <a:blip r:embed="rId1"/>
          <a:stretch>
            <a:fillRect/>
          </a:stretch>
        </p:blipFill>
        <p:spPr>
          <a:xfrm>
            <a:off x="0" y="1000125"/>
            <a:ext cx="9134475" cy="4848225"/>
          </a:xfrm>
          <a:prstGeom prst="rect">
            <a:avLst/>
          </a:prstGeom>
          <a:noFill/>
          <a:ln w="9525">
            <a:noFill/>
          </a:ln>
        </p:spPr>
      </p:pic>
      <p:sp>
        <p:nvSpPr>
          <p:cNvPr id="26627" name="Rectangle 4"/>
          <p:cNvSpPr/>
          <p:nvPr/>
        </p:nvSpPr>
        <p:spPr>
          <a:xfrm>
            <a:off x="6586538" y="531495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26628" name="Rectangle 5"/>
          <p:cNvSpPr/>
          <p:nvPr/>
        </p:nvSpPr>
        <p:spPr>
          <a:xfrm>
            <a:off x="2159000" y="100330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26629" name="Rectangle 6"/>
          <p:cNvSpPr/>
          <p:nvPr/>
        </p:nvSpPr>
        <p:spPr>
          <a:xfrm>
            <a:off x="2241550" y="5156200"/>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27650" name="Picture 3"/>
          <p:cNvPicPr/>
          <p:nvPr/>
        </p:nvPicPr>
        <p:blipFill>
          <a:blip r:embed="rId1"/>
          <a:stretch>
            <a:fillRect/>
          </a:stretch>
        </p:blipFill>
        <p:spPr>
          <a:xfrm>
            <a:off x="0" y="1001713"/>
            <a:ext cx="9134475" cy="4845050"/>
          </a:xfrm>
          <a:prstGeom prst="rect">
            <a:avLst/>
          </a:prstGeom>
          <a:noFill/>
          <a:ln w="9525">
            <a:noFill/>
          </a:ln>
        </p:spPr>
      </p:pic>
      <p:sp>
        <p:nvSpPr>
          <p:cNvPr id="27651" name="Rectangle 4"/>
          <p:cNvSpPr/>
          <p:nvPr/>
        </p:nvSpPr>
        <p:spPr>
          <a:xfrm>
            <a:off x="6134100" y="531495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27652" name="Rectangle 5"/>
          <p:cNvSpPr/>
          <p:nvPr/>
        </p:nvSpPr>
        <p:spPr>
          <a:xfrm>
            <a:off x="2611438" y="128905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27653" name="Rectangle 6"/>
          <p:cNvSpPr/>
          <p:nvPr/>
        </p:nvSpPr>
        <p:spPr>
          <a:xfrm>
            <a:off x="2289175" y="4656138"/>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28674" name="Picture 3"/>
          <p:cNvPicPr/>
          <p:nvPr/>
        </p:nvPicPr>
        <p:blipFill>
          <a:blip r:embed="rId1"/>
          <a:stretch>
            <a:fillRect/>
          </a:stretch>
        </p:blipFill>
        <p:spPr>
          <a:xfrm>
            <a:off x="0" y="1001713"/>
            <a:ext cx="9134475" cy="4845050"/>
          </a:xfrm>
          <a:prstGeom prst="rect">
            <a:avLst/>
          </a:prstGeom>
          <a:noFill/>
          <a:ln w="9525">
            <a:noFill/>
          </a:ln>
        </p:spPr>
      </p:pic>
      <p:sp>
        <p:nvSpPr>
          <p:cNvPr id="28675" name="Rectangle 4"/>
          <p:cNvSpPr/>
          <p:nvPr/>
        </p:nvSpPr>
        <p:spPr>
          <a:xfrm>
            <a:off x="5848350" y="531495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28676" name="Rectangle 5"/>
          <p:cNvSpPr/>
          <p:nvPr/>
        </p:nvSpPr>
        <p:spPr>
          <a:xfrm>
            <a:off x="2968625" y="1455738"/>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28677" name="Rectangle 6"/>
          <p:cNvSpPr/>
          <p:nvPr/>
        </p:nvSpPr>
        <p:spPr>
          <a:xfrm>
            <a:off x="2336800" y="4441825"/>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29698" name="Picture 3"/>
          <p:cNvPicPr/>
          <p:nvPr/>
        </p:nvPicPr>
        <p:blipFill>
          <a:blip r:embed="rId1"/>
          <a:stretch>
            <a:fillRect/>
          </a:stretch>
        </p:blipFill>
        <p:spPr>
          <a:xfrm>
            <a:off x="0" y="1001713"/>
            <a:ext cx="9134475" cy="4845050"/>
          </a:xfrm>
          <a:prstGeom prst="rect">
            <a:avLst/>
          </a:prstGeom>
          <a:noFill/>
          <a:ln w="9525">
            <a:noFill/>
          </a:ln>
        </p:spPr>
      </p:pic>
      <p:sp>
        <p:nvSpPr>
          <p:cNvPr id="29699" name="Rectangle 4"/>
          <p:cNvSpPr/>
          <p:nvPr/>
        </p:nvSpPr>
        <p:spPr>
          <a:xfrm>
            <a:off x="5657850" y="531495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29700" name="Rectangle 5"/>
          <p:cNvSpPr/>
          <p:nvPr/>
        </p:nvSpPr>
        <p:spPr>
          <a:xfrm>
            <a:off x="3206750" y="1574800"/>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29701" name="Rectangle 6"/>
          <p:cNvSpPr/>
          <p:nvPr/>
        </p:nvSpPr>
        <p:spPr>
          <a:xfrm>
            <a:off x="2384425" y="4227513"/>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0722" name="Picture 3"/>
          <p:cNvPicPr/>
          <p:nvPr/>
        </p:nvPicPr>
        <p:blipFill>
          <a:blip r:embed="rId1"/>
          <a:stretch>
            <a:fillRect/>
          </a:stretch>
        </p:blipFill>
        <p:spPr>
          <a:xfrm>
            <a:off x="0" y="1001713"/>
            <a:ext cx="9134475" cy="4845050"/>
          </a:xfrm>
          <a:prstGeom prst="rect">
            <a:avLst/>
          </a:prstGeom>
          <a:noFill/>
          <a:ln w="9525">
            <a:noFill/>
          </a:ln>
        </p:spPr>
      </p:pic>
      <p:sp>
        <p:nvSpPr>
          <p:cNvPr id="30723" name="Rectangle 4"/>
          <p:cNvSpPr/>
          <p:nvPr/>
        </p:nvSpPr>
        <p:spPr>
          <a:xfrm>
            <a:off x="5395913" y="53387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0724" name="Rectangle 5"/>
          <p:cNvSpPr/>
          <p:nvPr/>
        </p:nvSpPr>
        <p:spPr>
          <a:xfrm>
            <a:off x="3421063" y="17176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30725" name="Rectangle 6"/>
          <p:cNvSpPr/>
          <p:nvPr/>
        </p:nvSpPr>
        <p:spPr>
          <a:xfrm>
            <a:off x="2384425" y="4037013"/>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1746" name="Picture 3"/>
          <p:cNvPicPr/>
          <p:nvPr/>
        </p:nvPicPr>
        <p:blipFill>
          <a:blip r:embed="rId1"/>
          <a:stretch>
            <a:fillRect/>
          </a:stretch>
        </p:blipFill>
        <p:spPr>
          <a:xfrm>
            <a:off x="0" y="1001713"/>
            <a:ext cx="9134475" cy="4845050"/>
          </a:xfrm>
          <a:prstGeom prst="rect">
            <a:avLst/>
          </a:prstGeom>
          <a:noFill/>
          <a:ln w="9525">
            <a:noFill/>
          </a:ln>
        </p:spPr>
      </p:pic>
      <p:sp>
        <p:nvSpPr>
          <p:cNvPr id="31747" name="Rectangle 4"/>
          <p:cNvSpPr/>
          <p:nvPr/>
        </p:nvSpPr>
        <p:spPr>
          <a:xfrm>
            <a:off x="5229225" y="53387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1748" name="Rectangle 5"/>
          <p:cNvSpPr/>
          <p:nvPr/>
        </p:nvSpPr>
        <p:spPr>
          <a:xfrm>
            <a:off x="3659188" y="18843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31749" name="Rectangle 6"/>
          <p:cNvSpPr/>
          <p:nvPr/>
        </p:nvSpPr>
        <p:spPr>
          <a:xfrm>
            <a:off x="2384425" y="3775075"/>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2770" name="Picture 3"/>
          <p:cNvPicPr/>
          <p:nvPr/>
        </p:nvPicPr>
        <p:blipFill>
          <a:blip r:embed="rId1"/>
          <a:stretch>
            <a:fillRect/>
          </a:stretch>
        </p:blipFill>
        <p:spPr>
          <a:xfrm>
            <a:off x="0" y="1001713"/>
            <a:ext cx="9134475" cy="4845050"/>
          </a:xfrm>
          <a:prstGeom prst="rect">
            <a:avLst/>
          </a:prstGeom>
          <a:noFill/>
          <a:ln w="9525">
            <a:noFill/>
          </a:ln>
        </p:spPr>
      </p:pic>
      <p:sp>
        <p:nvSpPr>
          <p:cNvPr id="32771" name="Rectangle 4"/>
          <p:cNvSpPr/>
          <p:nvPr/>
        </p:nvSpPr>
        <p:spPr>
          <a:xfrm>
            <a:off x="5133975" y="53387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2772" name="Rectangle 5"/>
          <p:cNvSpPr/>
          <p:nvPr/>
        </p:nvSpPr>
        <p:spPr>
          <a:xfrm>
            <a:off x="2408238" y="36083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3794" name="Picture 3"/>
          <p:cNvPicPr/>
          <p:nvPr/>
        </p:nvPicPr>
        <p:blipFill>
          <a:blip r:embed="rId1"/>
          <a:stretch>
            <a:fillRect/>
          </a:stretch>
        </p:blipFill>
        <p:spPr>
          <a:xfrm>
            <a:off x="0" y="1001713"/>
            <a:ext cx="9134475" cy="4845050"/>
          </a:xfrm>
          <a:prstGeom prst="rect">
            <a:avLst/>
          </a:prstGeom>
          <a:noFill/>
          <a:ln w="9525">
            <a:noFill/>
          </a:ln>
        </p:spPr>
      </p:pic>
      <p:sp>
        <p:nvSpPr>
          <p:cNvPr id="33795" name="Rectangle 4"/>
          <p:cNvSpPr/>
          <p:nvPr/>
        </p:nvSpPr>
        <p:spPr>
          <a:xfrm>
            <a:off x="5014913" y="53387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3796" name="Rectangle 5"/>
          <p:cNvSpPr/>
          <p:nvPr/>
        </p:nvSpPr>
        <p:spPr>
          <a:xfrm>
            <a:off x="2408238" y="3465513"/>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4818" name="Picture 3"/>
          <p:cNvPicPr/>
          <p:nvPr/>
        </p:nvPicPr>
        <p:blipFill>
          <a:blip r:embed="rId1"/>
          <a:stretch>
            <a:fillRect/>
          </a:stretch>
        </p:blipFill>
        <p:spPr>
          <a:xfrm>
            <a:off x="0" y="1001713"/>
            <a:ext cx="9134475" cy="4845050"/>
          </a:xfrm>
          <a:prstGeom prst="rect">
            <a:avLst/>
          </a:prstGeom>
          <a:noFill/>
          <a:ln w="9525">
            <a:noFill/>
          </a:ln>
        </p:spPr>
      </p:pic>
      <p:sp>
        <p:nvSpPr>
          <p:cNvPr id="34819" name="Rectangle 4"/>
          <p:cNvSpPr/>
          <p:nvPr/>
        </p:nvSpPr>
        <p:spPr>
          <a:xfrm>
            <a:off x="4848225" y="53387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4820" name="Rectangle 5"/>
          <p:cNvSpPr/>
          <p:nvPr/>
        </p:nvSpPr>
        <p:spPr>
          <a:xfrm>
            <a:off x="2408238" y="3298825"/>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5842" name="Picture 3"/>
          <p:cNvPicPr/>
          <p:nvPr/>
        </p:nvPicPr>
        <p:blipFill>
          <a:blip r:embed="rId1"/>
          <a:stretch>
            <a:fillRect/>
          </a:stretch>
        </p:blipFill>
        <p:spPr>
          <a:xfrm>
            <a:off x="0" y="1001713"/>
            <a:ext cx="9134475" cy="4845050"/>
          </a:xfrm>
          <a:prstGeom prst="rect">
            <a:avLst/>
          </a:prstGeom>
          <a:noFill/>
          <a:ln w="9525">
            <a:noFill/>
          </a:ln>
        </p:spPr>
      </p:pic>
      <p:sp>
        <p:nvSpPr>
          <p:cNvPr id="35843" name="Rectangle 4"/>
          <p:cNvSpPr/>
          <p:nvPr/>
        </p:nvSpPr>
        <p:spPr>
          <a:xfrm>
            <a:off x="4729163" y="53387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5844" name="Rectangle 5"/>
          <p:cNvSpPr/>
          <p:nvPr/>
        </p:nvSpPr>
        <p:spPr>
          <a:xfrm>
            <a:off x="2408238" y="3203575"/>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6866" name="Picture 3"/>
          <p:cNvPicPr/>
          <p:nvPr/>
        </p:nvPicPr>
        <p:blipFill>
          <a:blip r:embed="rId1"/>
          <a:stretch>
            <a:fillRect/>
          </a:stretch>
        </p:blipFill>
        <p:spPr>
          <a:xfrm>
            <a:off x="0" y="1001713"/>
            <a:ext cx="9134475" cy="4845050"/>
          </a:xfrm>
          <a:prstGeom prst="rect">
            <a:avLst/>
          </a:prstGeom>
          <a:noFill/>
          <a:ln w="9525">
            <a:noFill/>
          </a:ln>
        </p:spPr>
      </p:pic>
      <p:sp>
        <p:nvSpPr>
          <p:cNvPr id="36867" name="Rectangle 4"/>
          <p:cNvSpPr/>
          <p:nvPr/>
        </p:nvSpPr>
        <p:spPr>
          <a:xfrm>
            <a:off x="4633913" y="53625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6868" name="Rectangle 5"/>
          <p:cNvSpPr/>
          <p:nvPr/>
        </p:nvSpPr>
        <p:spPr>
          <a:xfrm>
            <a:off x="2384425" y="3108325"/>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7890" name="Picture 3"/>
          <p:cNvPicPr/>
          <p:nvPr/>
        </p:nvPicPr>
        <p:blipFill>
          <a:blip r:embed="rId1"/>
          <a:stretch>
            <a:fillRect/>
          </a:stretch>
        </p:blipFill>
        <p:spPr>
          <a:xfrm>
            <a:off x="0" y="1001713"/>
            <a:ext cx="9134475" cy="4845050"/>
          </a:xfrm>
          <a:prstGeom prst="rect">
            <a:avLst/>
          </a:prstGeom>
          <a:noFill/>
          <a:ln w="9525">
            <a:noFill/>
          </a:ln>
        </p:spPr>
      </p:pic>
      <p:sp>
        <p:nvSpPr>
          <p:cNvPr id="37891" name="Rectangle 4"/>
          <p:cNvSpPr/>
          <p:nvPr/>
        </p:nvSpPr>
        <p:spPr>
          <a:xfrm>
            <a:off x="4633913" y="53625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7892" name="Rectangle 5"/>
          <p:cNvSpPr/>
          <p:nvPr/>
        </p:nvSpPr>
        <p:spPr>
          <a:xfrm>
            <a:off x="2336800" y="3084513"/>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8914" name="Picture 3"/>
          <p:cNvPicPr/>
          <p:nvPr/>
        </p:nvPicPr>
        <p:blipFill>
          <a:blip r:embed="rId1"/>
          <a:stretch>
            <a:fillRect/>
          </a:stretch>
        </p:blipFill>
        <p:spPr>
          <a:xfrm>
            <a:off x="0" y="1001713"/>
            <a:ext cx="9134475" cy="4845050"/>
          </a:xfrm>
          <a:prstGeom prst="rect">
            <a:avLst/>
          </a:prstGeom>
          <a:noFill/>
          <a:ln w="9525">
            <a:noFill/>
          </a:ln>
        </p:spPr>
      </p:pic>
      <p:sp>
        <p:nvSpPr>
          <p:cNvPr id="38915" name="Rectangle 4"/>
          <p:cNvSpPr/>
          <p:nvPr/>
        </p:nvSpPr>
        <p:spPr>
          <a:xfrm>
            <a:off x="4633913" y="53625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8916" name="Rectangle 5"/>
          <p:cNvSpPr/>
          <p:nvPr/>
        </p:nvSpPr>
        <p:spPr>
          <a:xfrm>
            <a:off x="2241550" y="3036888"/>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39938" name="Picture 3"/>
          <p:cNvPicPr/>
          <p:nvPr/>
        </p:nvPicPr>
        <p:blipFill>
          <a:blip r:embed="rId1"/>
          <a:stretch>
            <a:fillRect/>
          </a:stretch>
        </p:blipFill>
        <p:spPr>
          <a:xfrm>
            <a:off x="0" y="1001713"/>
            <a:ext cx="9134475" cy="4845050"/>
          </a:xfrm>
          <a:prstGeom prst="rect">
            <a:avLst/>
          </a:prstGeom>
          <a:noFill/>
          <a:ln w="9525">
            <a:noFill/>
          </a:ln>
        </p:spPr>
      </p:pic>
      <p:sp>
        <p:nvSpPr>
          <p:cNvPr id="39939" name="Rectangle 4"/>
          <p:cNvSpPr/>
          <p:nvPr/>
        </p:nvSpPr>
        <p:spPr>
          <a:xfrm>
            <a:off x="4633913" y="53625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39940" name="Rectangle 5"/>
          <p:cNvSpPr/>
          <p:nvPr/>
        </p:nvSpPr>
        <p:spPr>
          <a:xfrm>
            <a:off x="2146300" y="2989263"/>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40962" name="Picture 3"/>
          <p:cNvPicPr/>
          <p:nvPr/>
        </p:nvPicPr>
        <p:blipFill>
          <a:blip r:embed="rId1"/>
          <a:stretch>
            <a:fillRect/>
          </a:stretch>
        </p:blipFill>
        <p:spPr>
          <a:xfrm>
            <a:off x="0" y="1001713"/>
            <a:ext cx="9134475" cy="4845050"/>
          </a:xfrm>
          <a:prstGeom prst="rect">
            <a:avLst/>
          </a:prstGeom>
          <a:noFill/>
          <a:ln w="9525">
            <a:noFill/>
          </a:ln>
        </p:spPr>
      </p:pic>
      <p:sp>
        <p:nvSpPr>
          <p:cNvPr id="40963" name="Rectangle 4"/>
          <p:cNvSpPr/>
          <p:nvPr/>
        </p:nvSpPr>
        <p:spPr>
          <a:xfrm>
            <a:off x="4633913" y="53625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40964" name="Rectangle 5"/>
          <p:cNvSpPr/>
          <p:nvPr/>
        </p:nvSpPr>
        <p:spPr>
          <a:xfrm>
            <a:off x="2074863" y="2870200"/>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Technologies with Multiple Inputs</a:t>
            </a:r>
            <a:endParaRPr lang="en-US" altLang="zh-CN" dirty="0">
              <a:ea typeface="宋体" panose="02010600030101010101" pitchFamily="2" charset="-122"/>
            </a:endParaRPr>
          </a:p>
        </p:txBody>
      </p:sp>
      <p:pic>
        <p:nvPicPr>
          <p:cNvPr id="41986" name="Picture 3"/>
          <p:cNvPicPr/>
          <p:nvPr/>
        </p:nvPicPr>
        <p:blipFill>
          <a:blip r:embed="rId1"/>
          <a:stretch>
            <a:fillRect/>
          </a:stretch>
        </p:blipFill>
        <p:spPr>
          <a:xfrm>
            <a:off x="0" y="1001713"/>
            <a:ext cx="9134475" cy="4845050"/>
          </a:xfrm>
          <a:prstGeom prst="rect">
            <a:avLst/>
          </a:prstGeom>
          <a:noFill/>
          <a:ln w="9525">
            <a:noFill/>
          </a:ln>
        </p:spPr>
      </p:pic>
      <p:graphicFrame>
        <p:nvGraphicFramePr>
          <p:cNvPr id="41987" name="Object 1024"/>
          <p:cNvGraphicFramePr/>
          <p:nvPr/>
        </p:nvGraphicFramePr>
        <p:xfrm>
          <a:off x="7615238" y="3806825"/>
          <a:ext cx="581025" cy="971550"/>
        </p:xfrm>
        <a:graphic>
          <a:graphicData uri="http://schemas.openxmlformats.org/presentationml/2006/ole">
            <mc:AlternateContent xmlns:mc="http://schemas.openxmlformats.org/markup-compatibility/2006">
              <mc:Choice xmlns:v="urn:schemas-microsoft-com:vml" Requires="v">
                <p:oleObj spid="_x0000_s3173" name="" r:id="rId2" imgW="2193290" imgH="3657600" progId="MS_ClipArt_Gallery.2">
                  <p:embed/>
                </p:oleObj>
              </mc:Choice>
              <mc:Fallback>
                <p:oleObj name="" r:id="rId2" imgW="2193290" imgH="3657600" progId="MS_ClipArt_Gallery.2">
                  <p:embed/>
                  <p:pic>
                    <p:nvPicPr>
                      <p:cNvPr id="0" name="图片 3172"/>
                      <p:cNvPicPr/>
                      <p:nvPr/>
                    </p:nvPicPr>
                    <p:blipFill>
                      <a:blip r:embed="rId3"/>
                      <a:stretch>
                        <a:fillRect/>
                      </a:stretch>
                    </p:blipFill>
                    <p:spPr>
                      <a:xfrm>
                        <a:off x="7615238" y="3806825"/>
                        <a:ext cx="581025" cy="971550"/>
                      </a:xfrm>
                      <a:prstGeom prst="rect">
                        <a:avLst/>
                      </a:prstGeom>
                      <a:noFill/>
                      <a:ln w="38100">
                        <a:noFill/>
                        <a:miter/>
                      </a:ln>
                    </p:spPr>
                  </p:pic>
                </p:oleObj>
              </mc:Fallback>
            </mc:AlternateContent>
          </a:graphicData>
        </a:graphic>
      </p:graphicFrame>
      <p:sp>
        <p:nvSpPr>
          <p:cNvPr id="41988" name="Rectangle 5"/>
          <p:cNvSpPr/>
          <p:nvPr/>
        </p:nvSpPr>
        <p:spPr>
          <a:xfrm>
            <a:off x="4633913" y="53625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41989" name="Rectangle 6"/>
          <p:cNvSpPr/>
          <p:nvPr/>
        </p:nvSpPr>
        <p:spPr>
          <a:xfrm>
            <a:off x="1908175" y="2774950"/>
            <a:ext cx="354013"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Cobb-Douglas Technologies</a:t>
            </a:r>
            <a:br>
              <a:rPr lang="en-US" altLang="zh-CN" dirty="0">
                <a:ea typeface="宋体" panose="02010600030101010101" pitchFamily="2" charset="-122"/>
              </a:rPr>
            </a:br>
            <a:r>
              <a:rPr lang="zh-CN" altLang="en-US" dirty="0">
                <a:ea typeface="宋体" panose="02010600030101010101" pitchFamily="2" charset="-122"/>
              </a:rPr>
              <a:t>柯布道格拉斯技术</a:t>
            </a:r>
            <a:endParaRPr lang="en-US" altLang="zh-CN" dirty="0">
              <a:ea typeface="宋体" panose="02010600030101010101" pitchFamily="2" charset="-122"/>
            </a:endParaRPr>
          </a:p>
        </p:txBody>
      </p:sp>
      <p:sp>
        <p:nvSpPr>
          <p:cNvPr id="43010"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Cobb-Douglas production function is of the form</a:t>
            </a:r>
            <a:br>
              <a:rPr lang="en-US" altLang="zh-CN" dirty="0">
                <a:ea typeface="宋体" panose="02010600030101010101" pitchFamily="2" charset="-122"/>
              </a:rPr>
            </a:br>
            <a:br>
              <a:rPr lang="en-US" altLang="zh-CN" dirty="0">
                <a:ea typeface="宋体" panose="02010600030101010101" pitchFamily="2" charset="-122"/>
              </a:rPr>
            </a:b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E.g.</a:t>
            </a:r>
            <a:br>
              <a:rPr lang="en-US" altLang="zh-CN" dirty="0">
                <a:ea typeface="宋体" panose="02010600030101010101" pitchFamily="2" charset="-122"/>
              </a:rPr>
            </a:br>
            <a:br>
              <a:rPr lang="en-US" altLang="zh-CN" dirty="0">
                <a:ea typeface="宋体" panose="02010600030101010101" pitchFamily="2" charset="-122"/>
              </a:rPr>
            </a:br>
            <a:r>
              <a:rPr lang="en-US" altLang="zh-CN" dirty="0">
                <a:ea typeface="宋体" panose="02010600030101010101" pitchFamily="2" charset="-122"/>
              </a:rPr>
              <a:t>with</a:t>
            </a:r>
            <a:endParaRPr lang="en-US" altLang="zh-CN" dirty="0">
              <a:ea typeface="宋体" panose="02010600030101010101" pitchFamily="2" charset="-122"/>
            </a:endParaRPr>
          </a:p>
        </p:txBody>
      </p:sp>
      <p:graphicFrame>
        <p:nvGraphicFramePr>
          <p:cNvPr id="43011" name="Object 0"/>
          <p:cNvGraphicFramePr/>
          <p:nvPr/>
        </p:nvGraphicFramePr>
        <p:xfrm>
          <a:off x="2571750" y="2767013"/>
          <a:ext cx="3971925" cy="676275"/>
        </p:xfrm>
        <a:graphic>
          <a:graphicData uri="http://schemas.openxmlformats.org/presentationml/2006/ole">
            <mc:AlternateContent xmlns:mc="http://schemas.openxmlformats.org/markup-compatibility/2006">
              <mc:Choice xmlns:v="urn:schemas-microsoft-com:vml" Requires="v">
                <p:oleObj spid="_x0000_s3170" name="" r:id="rId1" imgW="2390775" imgH="413385" progId="Equation.2">
                  <p:embed/>
                </p:oleObj>
              </mc:Choice>
              <mc:Fallback>
                <p:oleObj name="" r:id="rId1" imgW="2390775" imgH="413385" progId="Equation.2">
                  <p:embed/>
                  <p:pic>
                    <p:nvPicPr>
                      <p:cNvPr id="0" name="图片 3169"/>
                      <p:cNvPicPr/>
                      <p:nvPr/>
                    </p:nvPicPr>
                    <p:blipFill>
                      <a:blip r:embed="rId2">
                        <a:clrChange>
                          <a:clrFrom>
                            <a:srgbClr val="000000"/>
                          </a:clrFrom>
                          <a:clrTo>
                            <a:srgbClr val="FFFF00"/>
                          </a:clrTo>
                        </a:clrChange>
                      </a:blip>
                      <a:stretch>
                        <a:fillRect/>
                      </a:stretch>
                    </p:blipFill>
                    <p:spPr>
                      <a:xfrm>
                        <a:off x="2571750" y="2767013"/>
                        <a:ext cx="3971925" cy="676275"/>
                      </a:xfrm>
                      <a:prstGeom prst="rect">
                        <a:avLst/>
                      </a:prstGeom>
                      <a:noFill/>
                      <a:ln w="38100">
                        <a:noFill/>
                        <a:miter/>
                      </a:ln>
                    </p:spPr>
                  </p:pic>
                </p:oleObj>
              </mc:Fallback>
            </mc:AlternateContent>
          </a:graphicData>
        </a:graphic>
      </p:graphicFrame>
      <p:graphicFrame>
        <p:nvGraphicFramePr>
          <p:cNvPr id="43012" name="Object 1"/>
          <p:cNvGraphicFramePr/>
          <p:nvPr/>
        </p:nvGraphicFramePr>
        <p:xfrm>
          <a:off x="3317875" y="4000500"/>
          <a:ext cx="2336800" cy="676275"/>
        </p:xfrm>
        <a:graphic>
          <a:graphicData uri="http://schemas.openxmlformats.org/presentationml/2006/ole">
            <mc:AlternateContent xmlns:mc="http://schemas.openxmlformats.org/markup-compatibility/2006">
              <mc:Choice xmlns:v="urn:schemas-microsoft-com:vml" Requires="v">
                <p:oleObj spid="_x0000_s3172" name="" r:id="rId3" imgW="1258570" imgH="370205" progId="Equation.2">
                  <p:embed/>
                </p:oleObj>
              </mc:Choice>
              <mc:Fallback>
                <p:oleObj name="" r:id="rId3" imgW="1258570" imgH="370205" progId="Equation.2">
                  <p:embed/>
                  <p:pic>
                    <p:nvPicPr>
                      <p:cNvPr id="0" name="图片 3171"/>
                      <p:cNvPicPr/>
                      <p:nvPr/>
                    </p:nvPicPr>
                    <p:blipFill>
                      <a:blip r:embed="rId4">
                        <a:clrChange>
                          <a:clrFrom>
                            <a:srgbClr val="000000"/>
                          </a:clrFrom>
                          <a:clrTo>
                            <a:srgbClr val="FFFF00"/>
                          </a:clrTo>
                        </a:clrChange>
                      </a:blip>
                      <a:stretch>
                        <a:fillRect/>
                      </a:stretch>
                    </p:blipFill>
                    <p:spPr>
                      <a:xfrm>
                        <a:off x="3317875" y="4000500"/>
                        <a:ext cx="2336800" cy="676275"/>
                      </a:xfrm>
                      <a:prstGeom prst="rect">
                        <a:avLst/>
                      </a:prstGeom>
                      <a:noFill/>
                      <a:ln w="38100">
                        <a:noFill/>
                        <a:miter/>
                      </a:ln>
                    </p:spPr>
                  </p:pic>
                </p:oleObj>
              </mc:Fallback>
            </mc:AlternateContent>
          </a:graphicData>
        </a:graphic>
      </p:graphicFrame>
      <p:graphicFrame>
        <p:nvGraphicFramePr>
          <p:cNvPr id="43013" name="Object 2"/>
          <p:cNvGraphicFramePr/>
          <p:nvPr/>
        </p:nvGraphicFramePr>
        <p:xfrm>
          <a:off x="2028825" y="4808538"/>
          <a:ext cx="6049963" cy="1012825"/>
        </p:xfrm>
        <a:graphic>
          <a:graphicData uri="http://schemas.openxmlformats.org/presentationml/2006/ole">
            <mc:AlternateContent xmlns:mc="http://schemas.openxmlformats.org/markup-compatibility/2006">
              <mc:Choice xmlns:v="urn:schemas-microsoft-com:vml" Requires="v">
                <p:oleObj spid="_x0000_s3171" name="" r:id="rId5" imgW="3270250" imgH="561975" progId="Equation.2">
                  <p:embed/>
                </p:oleObj>
              </mc:Choice>
              <mc:Fallback>
                <p:oleObj name="" r:id="rId5" imgW="3270250" imgH="561975" progId="Equation.2">
                  <p:embed/>
                  <p:pic>
                    <p:nvPicPr>
                      <p:cNvPr id="0" name="图片 3170"/>
                      <p:cNvPicPr/>
                      <p:nvPr/>
                    </p:nvPicPr>
                    <p:blipFill>
                      <a:blip r:embed="rId6">
                        <a:clrChange>
                          <a:clrFrom>
                            <a:srgbClr val="000000"/>
                          </a:clrFrom>
                          <a:clrTo>
                            <a:srgbClr val="FFFF00"/>
                          </a:clrTo>
                        </a:clrChange>
                      </a:blip>
                      <a:stretch>
                        <a:fillRect/>
                      </a:stretch>
                    </p:blipFill>
                    <p:spPr>
                      <a:xfrm>
                        <a:off x="2028825" y="4808538"/>
                        <a:ext cx="6049963" cy="1012825"/>
                      </a:xfrm>
                      <a:prstGeom prst="rect">
                        <a:avLst/>
                      </a:prstGeom>
                      <a:noFill/>
                      <a:ln w="38100">
                        <a:noFill/>
                        <a:miter/>
                      </a:ln>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3" name="Picture 2"/>
          <p:cNvPicPr/>
          <p:nvPr/>
        </p:nvPicPr>
        <p:blipFill>
          <a:blip r:embed="rId1"/>
          <a:stretch>
            <a:fillRect/>
          </a:stretch>
        </p:blipFill>
        <p:spPr>
          <a:xfrm>
            <a:off x="642938" y="508000"/>
            <a:ext cx="7850187" cy="5832475"/>
          </a:xfrm>
          <a:prstGeom prst="rect">
            <a:avLst/>
          </a:prstGeom>
          <a:noFill/>
          <a:ln w="9525">
            <a:noFill/>
          </a:ln>
        </p:spPr>
      </p:pic>
      <p:sp>
        <p:nvSpPr>
          <p:cNvPr id="44034" name="Line 3"/>
          <p:cNvSpPr/>
          <p:nvPr/>
        </p:nvSpPr>
        <p:spPr>
          <a:xfrm flipV="1">
            <a:off x="1847850" y="990600"/>
            <a:ext cx="0" cy="4591050"/>
          </a:xfrm>
          <a:prstGeom prst="line">
            <a:avLst/>
          </a:prstGeom>
          <a:ln w="25400" cap="flat" cmpd="sng">
            <a:solidFill>
              <a:schemeClr val="tx1"/>
            </a:solidFill>
            <a:prstDash val="solid"/>
            <a:round/>
            <a:headEnd type="none" w="sm" len="sm"/>
            <a:tailEnd type="none" w="sm" len="sm"/>
          </a:ln>
        </p:spPr>
      </p:sp>
      <p:sp>
        <p:nvSpPr>
          <p:cNvPr id="44035" name="Rectangle 4"/>
          <p:cNvSpPr/>
          <p:nvPr/>
        </p:nvSpPr>
        <p:spPr>
          <a:xfrm>
            <a:off x="1165225" y="76993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4036" name="Rectangle 5"/>
          <p:cNvSpPr/>
          <p:nvPr/>
        </p:nvSpPr>
        <p:spPr>
          <a:xfrm>
            <a:off x="6232525" y="543718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4037" name="Rectangle 6"/>
          <p:cNvSpPr/>
          <p:nvPr/>
        </p:nvSpPr>
        <p:spPr>
          <a:xfrm>
            <a:off x="3170238" y="1374775"/>
            <a:ext cx="5973762" cy="1570038"/>
          </a:xfrm>
          <a:prstGeom prst="rect">
            <a:avLst/>
          </a:prstGeom>
          <a:noFill/>
          <a:ln w="9525">
            <a:noFill/>
          </a:ln>
        </p:spPr>
        <p:txBody>
          <a:bodyPr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All isoquants are hyperbolic</a:t>
            </a:r>
            <a:r>
              <a:rPr lang="zh-CN" altLang="en-US" dirty="0">
                <a:solidFill>
                  <a:schemeClr val="tx1"/>
                </a:solidFill>
                <a:latin typeface="Arial" panose="020B0604020202020204" pitchFamily="34" charset="0"/>
                <a:ea typeface="宋体" panose="02010600030101010101" pitchFamily="2" charset="-122"/>
              </a:rPr>
              <a:t>双曲线</a:t>
            </a:r>
            <a:r>
              <a:rPr lang="en-US" altLang="zh-CN" dirty="0">
                <a:solidFill>
                  <a:schemeClr val="tx1"/>
                </a:solidFill>
                <a:latin typeface="Arial" panose="020B0604020202020204" pitchFamily="34" charset="0"/>
                <a:ea typeface="宋体" panose="02010600030101010101" pitchFamily="2" charset="-122"/>
              </a:rPr>
              <a:t>,asymptoting</a:t>
            </a:r>
            <a:r>
              <a:rPr lang="zh-CN" altLang="en-US" dirty="0">
                <a:solidFill>
                  <a:schemeClr val="tx1"/>
                </a:solidFill>
                <a:latin typeface="Arial" panose="020B0604020202020204" pitchFamily="34" charset="0"/>
                <a:ea typeface="宋体" panose="02010600030101010101" pitchFamily="2" charset="-122"/>
              </a:rPr>
              <a:t>渐近线</a:t>
            </a:r>
            <a:r>
              <a:rPr lang="en-US" altLang="zh-CN" dirty="0">
                <a:solidFill>
                  <a:schemeClr val="tx1"/>
                </a:solidFill>
                <a:latin typeface="Arial" panose="020B0604020202020204" pitchFamily="34" charset="0"/>
                <a:ea typeface="宋体" panose="02010600030101010101" pitchFamily="2" charset="-122"/>
              </a:rPr>
              <a:t>to, but never touching any axis.</a:t>
            </a:r>
            <a:endParaRPr lang="en-US" altLang="zh-CN" dirty="0">
              <a:solidFill>
                <a:schemeClr val="tx1"/>
              </a:solidFill>
              <a:latin typeface="Arial" panose="020B0604020202020204" pitchFamily="34" charset="0"/>
              <a:ea typeface="宋体" panose="02010600030101010101" pitchFamily="2" charset="-122"/>
            </a:endParaRPr>
          </a:p>
        </p:txBody>
      </p:sp>
      <p:sp>
        <p:nvSpPr>
          <p:cNvPr id="44038" name="Rectangle 7"/>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Cobb-Douglas Technologies</a:t>
            </a:r>
            <a:br>
              <a:rPr lang="en-US" altLang="zh-CN" dirty="0">
                <a:ea typeface="宋体" panose="02010600030101010101" pitchFamily="2" charset="-122"/>
              </a:rPr>
            </a:br>
            <a:r>
              <a:rPr lang="zh-CN" altLang="en-US" dirty="0">
                <a:ea typeface="宋体" panose="02010600030101010101" pitchFamily="2" charset="-122"/>
              </a:rPr>
              <a:t>柯布道格拉斯技术</a:t>
            </a:r>
            <a:endParaRPr lang="en-US" altLang="zh-CN" dirty="0">
              <a:ea typeface="宋体" panose="02010600030101010101" pitchFamily="2" charset="-122"/>
            </a:endParaRPr>
          </a:p>
        </p:txBody>
      </p:sp>
      <p:graphicFrame>
        <p:nvGraphicFramePr>
          <p:cNvPr id="44039" name="Object 8"/>
          <p:cNvGraphicFramePr/>
          <p:nvPr/>
        </p:nvGraphicFramePr>
        <p:xfrm>
          <a:off x="5392738" y="3530600"/>
          <a:ext cx="2133600" cy="746125"/>
        </p:xfrm>
        <a:graphic>
          <a:graphicData uri="http://schemas.openxmlformats.org/presentationml/2006/ole">
            <mc:AlternateContent xmlns:mc="http://schemas.openxmlformats.org/markup-compatibility/2006">
              <mc:Choice xmlns:v="urn:schemas-microsoft-com:vml" Requires="v">
                <p:oleObj spid="_x0000_s3174" name="" r:id="rId2" imgW="1153795" imgH="413385" progId="Equation.2">
                  <p:embed/>
                </p:oleObj>
              </mc:Choice>
              <mc:Fallback>
                <p:oleObj name="" r:id="rId2" imgW="1153795" imgH="413385" progId="Equation.2">
                  <p:embed/>
                  <p:pic>
                    <p:nvPicPr>
                      <p:cNvPr id="0" name="图片 3173"/>
                      <p:cNvPicPr/>
                      <p:nvPr/>
                    </p:nvPicPr>
                    <p:blipFill>
                      <a:blip r:embed="rId3">
                        <a:clrChange>
                          <a:clrFrom>
                            <a:srgbClr val="000000"/>
                          </a:clrFrom>
                          <a:clrTo>
                            <a:srgbClr val="FFFF00"/>
                          </a:clrTo>
                        </a:clrChange>
                      </a:blip>
                      <a:stretch>
                        <a:fillRect/>
                      </a:stretch>
                    </p:blipFill>
                    <p:spPr>
                      <a:xfrm>
                        <a:off x="5392738" y="3530600"/>
                        <a:ext cx="2133600" cy="746125"/>
                      </a:xfrm>
                      <a:prstGeom prst="rect">
                        <a:avLst/>
                      </a:prstGeom>
                      <a:noFill/>
                      <a:ln w="38100">
                        <a:noFill/>
                        <a:miter/>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7" name="Picture 2"/>
          <p:cNvPicPr/>
          <p:nvPr/>
        </p:nvPicPr>
        <p:blipFill>
          <a:blip r:embed="rId1"/>
          <a:stretch>
            <a:fillRect/>
          </a:stretch>
        </p:blipFill>
        <p:spPr>
          <a:xfrm>
            <a:off x="642938" y="508000"/>
            <a:ext cx="7850187" cy="5832475"/>
          </a:xfrm>
          <a:prstGeom prst="rect">
            <a:avLst/>
          </a:prstGeom>
          <a:noFill/>
          <a:ln w="9525">
            <a:noFill/>
          </a:ln>
        </p:spPr>
      </p:pic>
      <p:sp>
        <p:nvSpPr>
          <p:cNvPr id="45058" name="Line 3"/>
          <p:cNvSpPr/>
          <p:nvPr/>
        </p:nvSpPr>
        <p:spPr>
          <a:xfrm flipV="1">
            <a:off x="1847850" y="990600"/>
            <a:ext cx="0" cy="4591050"/>
          </a:xfrm>
          <a:prstGeom prst="line">
            <a:avLst/>
          </a:prstGeom>
          <a:ln w="25400" cap="flat" cmpd="sng">
            <a:solidFill>
              <a:schemeClr val="tx1"/>
            </a:solidFill>
            <a:prstDash val="solid"/>
            <a:round/>
            <a:headEnd type="none" w="sm" len="sm"/>
            <a:tailEnd type="none" w="sm" len="sm"/>
          </a:ln>
        </p:spPr>
      </p:sp>
      <p:sp>
        <p:nvSpPr>
          <p:cNvPr id="45059" name="Rectangle 4"/>
          <p:cNvSpPr/>
          <p:nvPr/>
        </p:nvSpPr>
        <p:spPr>
          <a:xfrm>
            <a:off x="1165225" y="76993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5060" name="Rectangle 5"/>
          <p:cNvSpPr/>
          <p:nvPr/>
        </p:nvSpPr>
        <p:spPr>
          <a:xfrm>
            <a:off x="6232525" y="543718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5061" name="Rectangle 6"/>
          <p:cNvSpPr/>
          <p:nvPr/>
        </p:nvSpPr>
        <p:spPr>
          <a:xfrm>
            <a:off x="3170238" y="1374775"/>
            <a:ext cx="5973762" cy="1570038"/>
          </a:xfrm>
          <a:prstGeom prst="rect">
            <a:avLst/>
          </a:prstGeom>
          <a:noFill/>
          <a:ln w="9525">
            <a:noFill/>
          </a:ln>
        </p:spPr>
        <p:txBody>
          <a:bodyPr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All isoquants are hyperbolic</a:t>
            </a:r>
            <a:r>
              <a:rPr lang="zh-CN" altLang="en-US" dirty="0">
                <a:solidFill>
                  <a:schemeClr val="tx1"/>
                </a:solidFill>
                <a:latin typeface="Arial" panose="020B0604020202020204" pitchFamily="34" charset="0"/>
                <a:ea typeface="宋体" panose="02010600030101010101" pitchFamily="2" charset="-122"/>
              </a:rPr>
              <a:t>双曲线</a:t>
            </a:r>
            <a:r>
              <a:rPr lang="en-US" altLang="zh-CN" dirty="0">
                <a:solidFill>
                  <a:schemeClr val="tx1"/>
                </a:solidFill>
                <a:latin typeface="Arial" panose="020B0604020202020204" pitchFamily="34" charset="0"/>
                <a:ea typeface="宋体" panose="02010600030101010101" pitchFamily="2" charset="-122"/>
              </a:rPr>
              <a:t>,asymptoting</a:t>
            </a:r>
            <a:r>
              <a:rPr lang="zh-CN" altLang="en-US" dirty="0">
                <a:solidFill>
                  <a:schemeClr val="tx1"/>
                </a:solidFill>
                <a:latin typeface="Arial" panose="020B0604020202020204" pitchFamily="34" charset="0"/>
                <a:ea typeface="宋体" panose="02010600030101010101" pitchFamily="2" charset="-122"/>
              </a:rPr>
              <a:t>渐近线</a:t>
            </a:r>
            <a:r>
              <a:rPr lang="en-US" altLang="zh-CN" dirty="0">
                <a:solidFill>
                  <a:schemeClr val="tx1"/>
                </a:solidFill>
                <a:latin typeface="Arial" panose="020B0604020202020204" pitchFamily="34" charset="0"/>
                <a:ea typeface="宋体" panose="02010600030101010101" pitchFamily="2" charset="-122"/>
              </a:rPr>
              <a:t>to, but never touching any axis.</a:t>
            </a:r>
            <a:endParaRPr lang="en-US" altLang="zh-CN" dirty="0">
              <a:solidFill>
                <a:schemeClr val="tx1"/>
              </a:solidFill>
              <a:latin typeface="Arial" panose="020B0604020202020204" pitchFamily="34" charset="0"/>
              <a:ea typeface="宋体" panose="02010600030101010101" pitchFamily="2" charset="-122"/>
            </a:endParaRPr>
          </a:p>
        </p:txBody>
      </p:sp>
      <p:sp>
        <p:nvSpPr>
          <p:cNvPr id="45062" name="Rectangle 7"/>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Cobb-Douglas Technologies</a:t>
            </a:r>
            <a:br>
              <a:rPr lang="en-US" altLang="zh-CN" dirty="0">
                <a:ea typeface="宋体" panose="02010600030101010101" pitchFamily="2" charset="-122"/>
              </a:rPr>
            </a:br>
            <a:r>
              <a:rPr lang="zh-CN" altLang="en-US" dirty="0">
                <a:ea typeface="宋体" panose="02010600030101010101" pitchFamily="2" charset="-122"/>
              </a:rPr>
              <a:t>柯布道格拉斯技术</a:t>
            </a:r>
            <a:endParaRPr lang="en-US" altLang="zh-CN" dirty="0">
              <a:ea typeface="宋体" panose="02010600030101010101" pitchFamily="2" charset="-122"/>
            </a:endParaRPr>
          </a:p>
        </p:txBody>
      </p:sp>
      <p:graphicFrame>
        <p:nvGraphicFramePr>
          <p:cNvPr id="45063" name="Object 1024"/>
          <p:cNvGraphicFramePr/>
          <p:nvPr/>
        </p:nvGraphicFramePr>
        <p:xfrm>
          <a:off x="5951538" y="4170363"/>
          <a:ext cx="2128837" cy="642937"/>
        </p:xfrm>
        <a:graphic>
          <a:graphicData uri="http://schemas.openxmlformats.org/presentationml/2006/ole">
            <mc:AlternateContent xmlns:mc="http://schemas.openxmlformats.org/markup-compatibility/2006">
              <mc:Choice xmlns:v="urn:schemas-microsoft-com:vml" Requires="v">
                <p:oleObj spid="_x0000_s3179" name="" r:id="rId2" imgW="1284605" imgH="413385" progId="Equation.2">
                  <p:embed/>
                </p:oleObj>
              </mc:Choice>
              <mc:Fallback>
                <p:oleObj name="" r:id="rId2" imgW="1284605" imgH="413385" progId="Equation.2">
                  <p:embed/>
                  <p:pic>
                    <p:nvPicPr>
                      <p:cNvPr id="0" name="图片 3178"/>
                      <p:cNvPicPr/>
                      <p:nvPr/>
                    </p:nvPicPr>
                    <p:blipFill>
                      <a:blip r:embed="rId3">
                        <a:clrChange>
                          <a:clrFrom>
                            <a:srgbClr val="000000"/>
                          </a:clrFrom>
                          <a:clrTo>
                            <a:srgbClr val="FF3300"/>
                          </a:clrTo>
                        </a:clrChange>
                      </a:blip>
                      <a:stretch>
                        <a:fillRect/>
                      </a:stretch>
                    </p:blipFill>
                    <p:spPr>
                      <a:xfrm>
                        <a:off x="5951538" y="4170363"/>
                        <a:ext cx="2128837" cy="642937"/>
                      </a:xfrm>
                      <a:prstGeom prst="rect">
                        <a:avLst/>
                      </a:prstGeom>
                      <a:noFill/>
                      <a:ln w="38100">
                        <a:noFill/>
                        <a:miter/>
                      </a:ln>
                    </p:spPr>
                  </p:pic>
                </p:oleObj>
              </mc:Fallback>
            </mc:AlternateContent>
          </a:graphicData>
        </a:graphic>
      </p:graphicFrame>
      <p:graphicFrame>
        <p:nvGraphicFramePr>
          <p:cNvPr id="45064" name="Object 1025"/>
          <p:cNvGraphicFramePr/>
          <p:nvPr/>
        </p:nvGraphicFramePr>
        <p:xfrm>
          <a:off x="5867400" y="2917825"/>
          <a:ext cx="2133600" cy="746125"/>
        </p:xfrm>
        <a:graphic>
          <a:graphicData uri="http://schemas.openxmlformats.org/presentationml/2006/ole">
            <mc:AlternateContent xmlns:mc="http://schemas.openxmlformats.org/markup-compatibility/2006">
              <mc:Choice xmlns:v="urn:schemas-microsoft-com:vml" Requires="v">
                <p:oleObj spid="_x0000_s3178" name="" r:id="rId4" imgW="1153795" imgH="413385" progId="Equation.2">
                  <p:embed/>
                </p:oleObj>
              </mc:Choice>
              <mc:Fallback>
                <p:oleObj name="" r:id="rId4" imgW="1153795" imgH="413385" progId="Equation.2">
                  <p:embed/>
                  <p:pic>
                    <p:nvPicPr>
                      <p:cNvPr id="0" name="图片 3177"/>
                      <p:cNvPicPr/>
                      <p:nvPr/>
                    </p:nvPicPr>
                    <p:blipFill>
                      <a:blip r:embed="rId5">
                        <a:clrChange>
                          <a:clrFrom>
                            <a:srgbClr val="000000"/>
                          </a:clrFrom>
                          <a:clrTo>
                            <a:srgbClr val="FFFF00"/>
                          </a:clrTo>
                        </a:clrChange>
                      </a:blip>
                      <a:stretch>
                        <a:fillRect/>
                      </a:stretch>
                    </p:blipFill>
                    <p:spPr>
                      <a:xfrm>
                        <a:off x="5867400" y="2917825"/>
                        <a:ext cx="2133600" cy="746125"/>
                      </a:xfrm>
                      <a:prstGeom prst="rect">
                        <a:avLst/>
                      </a:prstGeom>
                      <a:noFill/>
                      <a:ln w="38100">
                        <a:noFill/>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1" name="Picture 2"/>
          <p:cNvPicPr/>
          <p:nvPr/>
        </p:nvPicPr>
        <p:blipFill>
          <a:blip r:embed="rId1"/>
          <a:stretch>
            <a:fillRect/>
          </a:stretch>
        </p:blipFill>
        <p:spPr>
          <a:xfrm>
            <a:off x="642938" y="508000"/>
            <a:ext cx="7850187" cy="5832475"/>
          </a:xfrm>
          <a:prstGeom prst="rect">
            <a:avLst/>
          </a:prstGeom>
          <a:noFill/>
          <a:ln w="9525">
            <a:noFill/>
          </a:ln>
        </p:spPr>
      </p:pic>
      <p:sp>
        <p:nvSpPr>
          <p:cNvPr id="46082" name="Line 3"/>
          <p:cNvSpPr/>
          <p:nvPr/>
        </p:nvSpPr>
        <p:spPr>
          <a:xfrm flipV="1">
            <a:off x="1847850" y="990600"/>
            <a:ext cx="0" cy="4591050"/>
          </a:xfrm>
          <a:prstGeom prst="line">
            <a:avLst/>
          </a:prstGeom>
          <a:ln w="25400" cap="flat" cmpd="sng">
            <a:solidFill>
              <a:schemeClr val="tx1"/>
            </a:solidFill>
            <a:prstDash val="solid"/>
            <a:round/>
            <a:headEnd type="none" w="sm" len="sm"/>
            <a:tailEnd type="none" w="sm" len="sm"/>
          </a:ln>
        </p:spPr>
      </p:sp>
      <p:sp>
        <p:nvSpPr>
          <p:cNvPr id="46083" name="Rectangle 4"/>
          <p:cNvSpPr/>
          <p:nvPr/>
        </p:nvSpPr>
        <p:spPr>
          <a:xfrm>
            <a:off x="1165225" y="76993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6084" name="Rectangle 5"/>
          <p:cNvSpPr/>
          <p:nvPr/>
        </p:nvSpPr>
        <p:spPr>
          <a:xfrm>
            <a:off x="6232525" y="543718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6085" name="Rectangle 6"/>
          <p:cNvSpPr/>
          <p:nvPr/>
        </p:nvSpPr>
        <p:spPr>
          <a:xfrm>
            <a:off x="3170238" y="1374775"/>
            <a:ext cx="5973762" cy="1570038"/>
          </a:xfrm>
          <a:prstGeom prst="rect">
            <a:avLst/>
          </a:prstGeom>
          <a:noFill/>
          <a:ln w="9525">
            <a:noFill/>
          </a:ln>
        </p:spPr>
        <p:txBody>
          <a:bodyPr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All isoquants are hyperbolic</a:t>
            </a:r>
            <a:r>
              <a:rPr lang="zh-CN" altLang="en-US" dirty="0">
                <a:solidFill>
                  <a:schemeClr val="tx1"/>
                </a:solidFill>
                <a:latin typeface="Arial" panose="020B0604020202020204" pitchFamily="34" charset="0"/>
                <a:ea typeface="宋体" panose="02010600030101010101" pitchFamily="2" charset="-122"/>
              </a:rPr>
              <a:t>双曲线</a:t>
            </a:r>
            <a:r>
              <a:rPr lang="en-US" altLang="zh-CN" dirty="0">
                <a:solidFill>
                  <a:schemeClr val="tx1"/>
                </a:solidFill>
                <a:latin typeface="Arial" panose="020B0604020202020204" pitchFamily="34" charset="0"/>
                <a:ea typeface="宋体" panose="02010600030101010101" pitchFamily="2" charset="-122"/>
              </a:rPr>
              <a:t>,asymptoting</a:t>
            </a:r>
            <a:r>
              <a:rPr lang="zh-CN" altLang="en-US" dirty="0">
                <a:solidFill>
                  <a:schemeClr val="tx1"/>
                </a:solidFill>
                <a:latin typeface="Arial" panose="020B0604020202020204" pitchFamily="34" charset="0"/>
                <a:ea typeface="宋体" panose="02010600030101010101" pitchFamily="2" charset="-122"/>
              </a:rPr>
              <a:t>渐近线</a:t>
            </a:r>
            <a:r>
              <a:rPr lang="en-US" altLang="zh-CN" dirty="0">
                <a:solidFill>
                  <a:schemeClr val="tx1"/>
                </a:solidFill>
                <a:latin typeface="Arial" panose="020B0604020202020204" pitchFamily="34" charset="0"/>
                <a:ea typeface="宋体" panose="02010600030101010101" pitchFamily="2" charset="-122"/>
              </a:rPr>
              <a:t>to, but never touching any axis.</a:t>
            </a:r>
            <a:endParaRPr lang="en-US" altLang="zh-CN" dirty="0">
              <a:solidFill>
                <a:schemeClr val="tx1"/>
              </a:solidFill>
              <a:latin typeface="Arial" panose="020B0604020202020204" pitchFamily="34" charset="0"/>
              <a:ea typeface="宋体" panose="02010600030101010101" pitchFamily="2" charset="-122"/>
            </a:endParaRPr>
          </a:p>
        </p:txBody>
      </p:sp>
      <p:sp>
        <p:nvSpPr>
          <p:cNvPr id="46086" name="Rectangle 7"/>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Cobb-Douglas Technologies</a:t>
            </a:r>
            <a:br>
              <a:rPr lang="en-US" altLang="zh-CN" dirty="0">
                <a:ea typeface="宋体" panose="02010600030101010101" pitchFamily="2" charset="-122"/>
              </a:rPr>
            </a:br>
            <a:r>
              <a:rPr lang="zh-CN" altLang="en-US" dirty="0">
                <a:ea typeface="宋体" panose="02010600030101010101" pitchFamily="2" charset="-122"/>
              </a:rPr>
              <a:t>柯布道格拉斯技术</a:t>
            </a:r>
            <a:endParaRPr lang="en-US" altLang="zh-CN" dirty="0">
              <a:ea typeface="宋体" panose="02010600030101010101" pitchFamily="2" charset="-122"/>
            </a:endParaRPr>
          </a:p>
        </p:txBody>
      </p:sp>
      <p:graphicFrame>
        <p:nvGraphicFramePr>
          <p:cNvPr id="46087" name="Object 1024"/>
          <p:cNvGraphicFramePr/>
          <p:nvPr/>
        </p:nvGraphicFramePr>
        <p:xfrm>
          <a:off x="5972175" y="4764088"/>
          <a:ext cx="2057400" cy="665162"/>
        </p:xfrm>
        <a:graphic>
          <a:graphicData uri="http://schemas.openxmlformats.org/presentationml/2006/ole">
            <mc:AlternateContent xmlns:mc="http://schemas.openxmlformats.org/markup-compatibility/2006">
              <mc:Choice xmlns:v="urn:schemas-microsoft-com:vml" Requires="v">
                <p:oleObj spid="_x0000_s3175" name="" r:id="rId2" imgW="1232535" imgH="413385" progId="Equation.2">
                  <p:embed/>
                </p:oleObj>
              </mc:Choice>
              <mc:Fallback>
                <p:oleObj name="" r:id="rId2" imgW="1232535" imgH="413385" progId="Equation.2">
                  <p:embed/>
                  <p:pic>
                    <p:nvPicPr>
                      <p:cNvPr id="0" name="图片 3174"/>
                      <p:cNvPicPr/>
                      <p:nvPr/>
                    </p:nvPicPr>
                    <p:blipFill>
                      <a:blip r:embed="rId3">
                        <a:clrChange>
                          <a:clrFrom>
                            <a:srgbClr val="000000"/>
                          </a:clrFrom>
                          <a:clrTo>
                            <a:srgbClr val="FF33CC"/>
                          </a:clrTo>
                        </a:clrChange>
                      </a:blip>
                      <a:stretch>
                        <a:fillRect/>
                      </a:stretch>
                    </p:blipFill>
                    <p:spPr>
                      <a:xfrm>
                        <a:off x="5972175" y="4764088"/>
                        <a:ext cx="2057400" cy="665162"/>
                      </a:xfrm>
                      <a:prstGeom prst="rect">
                        <a:avLst/>
                      </a:prstGeom>
                      <a:noFill/>
                      <a:ln w="38100">
                        <a:noFill/>
                        <a:miter/>
                      </a:ln>
                    </p:spPr>
                  </p:pic>
                </p:oleObj>
              </mc:Fallback>
            </mc:AlternateContent>
          </a:graphicData>
        </a:graphic>
      </p:graphicFrame>
      <p:graphicFrame>
        <p:nvGraphicFramePr>
          <p:cNvPr id="46088" name="Object 1025"/>
          <p:cNvGraphicFramePr/>
          <p:nvPr/>
        </p:nvGraphicFramePr>
        <p:xfrm>
          <a:off x="5951538" y="4170363"/>
          <a:ext cx="2128837" cy="642937"/>
        </p:xfrm>
        <a:graphic>
          <a:graphicData uri="http://schemas.openxmlformats.org/presentationml/2006/ole">
            <mc:AlternateContent xmlns:mc="http://schemas.openxmlformats.org/markup-compatibility/2006">
              <mc:Choice xmlns:v="urn:schemas-microsoft-com:vml" Requires="v">
                <p:oleObj spid="_x0000_s3176" name="" r:id="rId4" imgW="1284605" imgH="413385" progId="Equation.2">
                  <p:embed/>
                </p:oleObj>
              </mc:Choice>
              <mc:Fallback>
                <p:oleObj name="" r:id="rId4" imgW="1284605" imgH="413385" progId="Equation.2">
                  <p:embed/>
                  <p:pic>
                    <p:nvPicPr>
                      <p:cNvPr id="0" name="图片 3175"/>
                      <p:cNvPicPr/>
                      <p:nvPr/>
                    </p:nvPicPr>
                    <p:blipFill>
                      <a:blip r:embed="rId5">
                        <a:clrChange>
                          <a:clrFrom>
                            <a:srgbClr val="000000"/>
                          </a:clrFrom>
                          <a:clrTo>
                            <a:srgbClr val="FF3300"/>
                          </a:clrTo>
                        </a:clrChange>
                      </a:blip>
                      <a:stretch>
                        <a:fillRect/>
                      </a:stretch>
                    </p:blipFill>
                    <p:spPr>
                      <a:xfrm>
                        <a:off x="5951538" y="4170363"/>
                        <a:ext cx="2128837" cy="642937"/>
                      </a:xfrm>
                      <a:prstGeom prst="rect">
                        <a:avLst/>
                      </a:prstGeom>
                      <a:noFill/>
                      <a:ln w="38100">
                        <a:noFill/>
                        <a:miter/>
                      </a:ln>
                    </p:spPr>
                  </p:pic>
                </p:oleObj>
              </mc:Fallback>
            </mc:AlternateContent>
          </a:graphicData>
        </a:graphic>
      </p:graphicFrame>
      <p:graphicFrame>
        <p:nvGraphicFramePr>
          <p:cNvPr id="46089" name="Object 1026"/>
          <p:cNvGraphicFramePr/>
          <p:nvPr/>
        </p:nvGraphicFramePr>
        <p:xfrm>
          <a:off x="5867400" y="2917825"/>
          <a:ext cx="2133600" cy="746125"/>
        </p:xfrm>
        <a:graphic>
          <a:graphicData uri="http://schemas.openxmlformats.org/presentationml/2006/ole">
            <mc:AlternateContent xmlns:mc="http://schemas.openxmlformats.org/markup-compatibility/2006">
              <mc:Choice xmlns:v="urn:schemas-microsoft-com:vml" Requires="v">
                <p:oleObj spid="_x0000_s3177" name="" r:id="rId6" imgW="1153795" imgH="413385" progId="Equation.2">
                  <p:embed/>
                </p:oleObj>
              </mc:Choice>
              <mc:Fallback>
                <p:oleObj name="" r:id="rId6" imgW="1153795" imgH="413385" progId="Equation.2">
                  <p:embed/>
                  <p:pic>
                    <p:nvPicPr>
                      <p:cNvPr id="0" name="图片 3176"/>
                      <p:cNvPicPr/>
                      <p:nvPr/>
                    </p:nvPicPr>
                    <p:blipFill>
                      <a:blip r:embed="rId7">
                        <a:clrChange>
                          <a:clrFrom>
                            <a:srgbClr val="000000"/>
                          </a:clrFrom>
                          <a:clrTo>
                            <a:srgbClr val="FFFF00"/>
                          </a:clrTo>
                        </a:clrChange>
                      </a:blip>
                      <a:stretch>
                        <a:fillRect/>
                      </a:stretch>
                    </p:blipFill>
                    <p:spPr>
                      <a:xfrm>
                        <a:off x="5867400" y="2917825"/>
                        <a:ext cx="2133600" cy="746125"/>
                      </a:xfrm>
                      <a:prstGeom prst="rect">
                        <a:avLst/>
                      </a:prstGeom>
                      <a:noFill/>
                      <a:ln w="38100">
                        <a:noFill/>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5" name="Picture 2"/>
          <p:cNvPicPr/>
          <p:nvPr/>
        </p:nvPicPr>
        <p:blipFill>
          <a:blip r:embed="rId1"/>
          <a:stretch>
            <a:fillRect/>
          </a:stretch>
        </p:blipFill>
        <p:spPr>
          <a:xfrm>
            <a:off x="642938" y="508000"/>
            <a:ext cx="7850187" cy="5832475"/>
          </a:xfrm>
          <a:prstGeom prst="rect">
            <a:avLst/>
          </a:prstGeom>
          <a:noFill/>
          <a:ln w="9525">
            <a:noFill/>
          </a:ln>
        </p:spPr>
      </p:pic>
      <p:sp>
        <p:nvSpPr>
          <p:cNvPr id="47106" name="Line 3"/>
          <p:cNvSpPr/>
          <p:nvPr/>
        </p:nvSpPr>
        <p:spPr>
          <a:xfrm flipV="1">
            <a:off x="1847850" y="990600"/>
            <a:ext cx="0" cy="4591050"/>
          </a:xfrm>
          <a:prstGeom prst="line">
            <a:avLst/>
          </a:prstGeom>
          <a:ln w="25400" cap="flat" cmpd="sng">
            <a:solidFill>
              <a:schemeClr val="tx1"/>
            </a:solidFill>
            <a:prstDash val="solid"/>
            <a:round/>
            <a:headEnd type="none" w="sm" len="sm"/>
            <a:tailEnd type="none" w="sm" len="sm"/>
          </a:ln>
        </p:spPr>
      </p:sp>
      <p:sp>
        <p:nvSpPr>
          <p:cNvPr id="47107" name="Rectangle 4"/>
          <p:cNvSpPr/>
          <p:nvPr/>
        </p:nvSpPr>
        <p:spPr>
          <a:xfrm>
            <a:off x="1165225" y="76993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7108" name="Rectangle 5"/>
          <p:cNvSpPr/>
          <p:nvPr/>
        </p:nvSpPr>
        <p:spPr>
          <a:xfrm>
            <a:off x="6232525" y="543718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7109" name="Rectangle 6"/>
          <p:cNvSpPr/>
          <p:nvPr/>
        </p:nvSpPr>
        <p:spPr>
          <a:xfrm>
            <a:off x="3170238" y="1374775"/>
            <a:ext cx="5973762" cy="1570038"/>
          </a:xfrm>
          <a:prstGeom prst="rect">
            <a:avLst/>
          </a:prstGeom>
          <a:noFill/>
          <a:ln w="9525">
            <a:noFill/>
          </a:ln>
        </p:spPr>
        <p:txBody>
          <a:bodyPr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All isoquants are hyperbolic</a:t>
            </a:r>
            <a:r>
              <a:rPr lang="zh-CN" altLang="en-US" dirty="0">
                <a:solidFill>
                  <a:schemeClr val="tx1"/>
                </a:solidFill>
                <a:latin typeface="Arial" panose="020B0604020202020204" pitchFamily="34" charset="0"/>
                <a:ea typeface="宋体" panose="02010600030101010101" pitchFamily="2" charset="-122"/>
              </a:rPr>
              <a:t>双曲线</a:t>
            </a:r>
            <a:r>
              <a:rPr lang="en-US" altLang="zh-CN" dirty="0">
                <a:solidFill>
                  <a:schemeClr val="tx1"/>
                </a:solidFill>
                <a:latin typeface="Arial" panose="020B0604020202020204" pitchFamily="34" charset="0"/>
                <a:ea typeface="宋体" panose="02010600030101010101" pitchFamily="2" charset="-122"/>
              </a:rPr>
              <a:t>,asymptoting</a:t>
            </a:r>
            <a:r>
              <a:rPr lang="zh-CN" altLang="en-US" dirty="0">
                <a:solidFill>
                  <a:schemeClr val="tx1"/>
                </a:solidFill>
                <a:latin typeface="Arial" panose="020B0604020202020204" pitchFamily="34" charset="0"/>
                <a:ea typeface="宋体" panose="02010600030101010101" pitchFamily="2" charset="-122"/>
              </a:rPr>
              <a:t>渐近线</a:t>
            </a:r>
            <a:r>
              <a:rPr lang="en-US" altLang="zh-CN" dirty="0">
                <a:solidFill>
                  <a:schemeClr val="tx1"/>
                </a:solidFill>
                <a:latin typeface="Arial" panose="020B0604020202020204" pitchFamily="34" charset="0"/>
                <a:ea typeface="宋体" panose="02010600030101010101" pitchFamily="2" charset="-122"/>
              </a:rPr>
              <a:t>to, but never touching any axis.</a:t>
            </a:r>
            <a:endParaRPr lang="en-US" altLang="zh-CN" dirty="0">
              <a:solidFill>
                <a:schemeClr val="tx1"/>
              </a:solidFill>
              <a:latin typeface="Arial" panose="020B0604020202020204" pitchFamily="34" charset="0"/>
              <a:ea typeface="宋体" panose="02010600030101010101" pitchFamily="2" charset="-122"/>
            </a:endParaRPr>
          </a:p>
        </p:txBody>
      </p:sp>
      <p:sp>
        <p:nvSpPr>
          <p:cNvPr id="47110" name="Rectangle 7"/>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Cobb-Douglas Technologies</a:t>
            </a:r>
            <a:br>
              <a:rPr lang="en-US" altLang="zh-CN" dirty="0">
                <a:ea typeface="宋体" panose="02010600030101010101" pitchFamily="2" charset="-122"/>
              </a:rPr>
            </a:br>
            <a:r>
              <a:rPr lang="zh-CN" altLang="en-US" dirty="0">
                <a:ea typeface="宋体" panose="02010600030101010101" pitchFamily="2" charset="-122"/>
              </a:rPr>
              <a:t>柯布道格拉斯技术</a:t>
            </a:r>
            <a:endParaRPr lang="en-US" altLang="zh-CN" dirty="0">
              <a:ea typeface="宋体" panose="02010600030101010101" pitchFamily="2" charset="-122"/>
            </a:endParaRPr>
          </a:p>
        </p:txBody>
      </p:sp>
      <p:graphicFrame>
        <p:nvGraphicFramePr>
          <p:cNvPr id="47111" name="Object 1024"/>
          <p:cNvGraphicFramePr/>
          <p:nvPr/>
        </p:nvGraphicFramePr>
        <p:xfrm>
          <a:off x="5972175" y="4764088"/>
          <a:ext cx="2057400" cy="665162"/>
        </p:xfrm>
        <a:graphic>
          <a:graphicData uri="http://schemas.openxmlformats.org/presentationml/2006/ole">
            <mc:AlternateContent xmlns:mc="http://schemas.openxmlformats.org/markup-compatibility/2006">
              <mc:Choice xmlns:v="urn:schemas-microsoft-com:vml" Requires="v">
                <p:oleObj spid="_x0000_s3182" name="" r:id="rId2" imgW="1232535" imgH="413385" progId="Equation.2">
                  <p:embed/>
                </p:oleObj>
              </mc:Choice>
              <mc:Fallback>
                <p:oleObj name="" r:id="rId2" imgW="1232535" imgH="413385" progId="Equation.2">
                  <p:embed/>
                  <p:pic>
                    <p:nvPicPr>
                      <p:cNvPr id="0" name="图片 3181"/>
                      <p:cNvPicPr/>
                      <p:nvPr/>
                    </p:nvPicPr>
                    <p:blipFill>
                      <a:blip r:embed="rId3">
                        <a:clrChange>
                          <a:clrFrom>
                            <a:srgbClr val="000000"/>
                          </a:clrFrom>
                          <a:clrTo>
                            <a:srgbClr val="FF33CC"/>
                          </a:clrTo>
                        </a:clrChange>
                      </a:blip>
                      <a:stretch>
                        <a:fillRect/>
                      </a:stretch>
                    </p:blipFill>
                    <p:spPr>
                      <a:xfrm>
                        <a:off x="5972175" y="4764088"/>
                        <a:ext cx="2057400" cy="665162"/>
                      </a:xfrm>
                      <a:prstGeom prst="rect">
                        <a:avLst/>
                      </a:prstGeom>
                      <a:noFill/>
                      <a:ln w="38100">
                        <a:noFill/>
                        <a:miter/>
                      </a:ln>
                    </p:spPr>
                  </p:pic>
                </p:oleObj>
              </mc:Fallback>
            </mc:AlternateContent>
          </a:graphicData>
        </a:graphic>
      </p:graphicFrame>
      <p:graphicFrame>
        <p:nvGraphicFramePr>
          <p:cNvPr id="47112" name="Object 1025"/>
          <p:cNvGraphicFramePr/>
          <p:nvPr/>
        </p:nvGraphicFramePr>
        <p:xfrm>
          <a:off x="5951538" y="4170363"/>
          <a:ext cx="2128837" cy="642937"/>
        </p:xfrm>
        <a:graphic>
          <a:graphicData uri="http://schemas.openxmlformats.org/presentationml/2006/ole">
            <mc:AlternateContent xmlns:mc="http://schemas.openxmlformats.org/markup-compatibility/2006">
              <mc:Choice xmlns:v="urn:schemas-microsoft-com:vml" Requires="v">
                <p:oleObj spid="_x0000_s3180" name="" r:id="rId4" imgW="1284605" imgH="413385" progId="Equation.2">
                  <p:embed/>
                </p:oleObj>
              </mc:Choice>
              <mc:Fallback>
                <p:oleObj name="" r:id="rId4" imgW="1284605" imgH="413385" progId="Equation.2">
                  <p:embed/>
                  <p:pic>
                    <p:nvPicPr>
                      <p:cNvPr id="0" name="图片 3179"/>
                      <p:cNvPicPr/>
                      <p:nvPr/>
                    </p:nvPicPr>
                    <p:blipFill>
                      <a:blip r:embed="rId5">
                        <a:clrChange>
                          <a:clrFrom>
                            <a:srgbClr val="000000"/>
                          </a:clrFrom>
                          <a:clrTo>
                            <a:srgbClr val="FF3300"/>
                          </a:clrTo>
                        </a:clrChange>
                      </a:blip>
                      <a:stretch>
                        <a:fillRect/>
                      </a:stretch>
                    </p:blipFill>
                    <p:spPr>
                      <a:xfrm>
                        <a:off x="5951538" y="4170363"/>
                        <a:ext cx="2128837" cy="642937"/>
                      </a:xfrm>
                      <a:prstGeom prst="rect">
                        <a:avLst/>
                      </a:prstGeom>
                      <a:noFill/>
                      <a:ln w="38100">
                        <a:noFill/>
                        <a:miter/>
                      </a:ln>
                    </p:spPr>
                  </p:pic>
                </p:oleObj>
              </mc:Fallback>
            </mc:AlternateContent>
          </a:graphicData>
        </a:graphic>
      </p:graphicFrame>
      <p:graphicFrame>
        <p:nvGraphicFramePr>
          <p:cNvPr id="47113" name="Object 1026"/>
          <p:cNvGraphicFramePr/>
          <p:nvPr/>
        </p:nvGraphicFramePr>
        <p:xfrm>
          <a:off x="4251325" y="3452813"/>
          <a:ext cx="420688" cy="376237"/>
        </p:xfrm>
        <a:graphic>
          <a:graphicData uri="http://schemas.openxmlformats.org/presentationml/2006/ole">
            <mc:AlternateContent xmlns:mc="http://schemas.openxmlformats.org/markup-compatibility/2006">
              <mc:Choice xmlns:v="urn:schemas-microsoft-com:vml" Requires="v">
                <p:oleObj spid="_x0000_s3181" name="" r:id="rId6" imgW="257175" imgH="248285" progId="Equation.2">
                  <p:embed/>
                </p:oleObj>
              </mc:Choice>
              <mc:Fallback>
                <p:oleObj name="" r:id="rId6" imgW="257175" imgH="248285" progId="Equation.2">
                  <p:embed/>
                  <p:pic>
                    <p:nvPicPr>
                      <p:cNvPr id="0" name="图片 3180"/>
                      <p:cNvPicPr/>
                      <p:nvPr/>
                    </p:nvPicPr>
                    <p:blipFill>
                      <a:blip r:embed="rId7">
                        <a:clrChange>
                          <a:clrFrom>
                            <a:srgbClr val="000000"/>
                          </a:clrFrom>
                          <a:clrTo>
                            <a:srgbClr val="FF3300"/>
                          </a:clrTo>
                        </a:clrChange>
                      </a:blip>
                      <a:stretch>
                        <a:fillRect/>
                      </a:stretch>
                    </p:blipFill>
                    <p:spPr>
                      <a:xfrm>
                        <a:off x="4251325" y="3452813"/>
                        <a:ext cx="420688" cy="376237"/>
                      </a:xfrm>
                      <a:prstGeom prst="rect">
                        <a:avLst/>
                      </a:prstGeom>
                      <a:noFill/>
                      <a:ln w="38100">
                        <a:noFill/>
                        <a:miter/>
                      </a:ln>
                    </p:spPr>
                  </p:pic>
                </p:oleObj>
              </mc:Fallback>
            </mc:AlternateContent>
          </a:graphicData>
        </a:graphic>
      </p:graphicFrame>
      <p:graphicFrame>
        <p:nvGraphicFramePr>
          <p:cNvPr id="47114" name="Object 1027"/>
          <p:cNvGraphicFramePr/>
          <p:nvPr/>
        </p:nvGraphicFramePr>
        <p:xfrm>
          <a:off x="5126038" y="3457575"/>
          <a:ext cx="327025" cy="366713"/>
        </p:xfrm>
        <a:graphic>
          <a:graphicData uri="http://schemas.openxmlformats.org/presentationml/2006/ole">
            <mc:AlternateContent xmlns:mc="http://schemas.openxmlformats.org/markup-compatibility/2006">
              <mc:Choice xmlns:v="urn:schemas-microsoft-com:vml" Requires="v">
                <p:oleObj spid="_x0000_s3185" name="" r:id="rId8" imgW="204470" imgH="248285" progId="Equation.2">
                  <p:embed/>
                </p:oleObj>
              </mc:Choice>
              <mc:Fallback>
                <p:oleObj name="" r:id="rId8" imgW="204470" imgH="248285" progId="Equation.2">
                  <p:embed/>
                  <p:pic>
                    <p:nvPicPr>
                      <p:cNvPr id="0" name="图片 3184"/>
                      <p:cNvPicPr/>
                      <p:nvPr/>
                    </p:nvPicPr>
                    <p:blipFill>
                      <a:blip r:embed="rId9">
                        <a:clrChange>
                          <a:clrFrom>
                            <a:srgbClr val="000000"/>
                          </a:clrFrom>
                          <a:clrTo>
                            <a:srgbClr val="FF33CC"/>
                          </a:clrTo>
                        </a:clrChange>
                      </a:blip>
                      <a:stretch>
                        <a:fillRect/>
                      </a:stretch>
                    </p:blipFill>
                    <p:spPr>
                      <a:xfrm>
                        <a:off x="5126038" y="3457575"/>
                        <a:ext cx="327025" cy="366713"/>
                      </a:xfrm>
                      <a:prstGeom prst="rect">
                        <a:avLst/>
                      </a:prstGeom>
                      <a:noFill/>
                      <a:ln w="38100">
                        <a:noFill/>
                        <a:miter/>
                      </a:ln>
                    </p:spPr>
                  </p:pic>
                </p:oleObj>
              </mc:Fallback>
            </mc:AlternateContent>
          </a:graphicData>
        </a:graphic>
      </p:graphicFrame>
      <p:sp>
        <p:nvSpPr>
          <p:cNvPr id="47115" name="Rectangle 12"/>
          <p:cNvSpPr/>
          <p:nvPr/>
        </p:nvSpPr>
        <p:spPr>
          <a:xfrm>
            <a:off x="4670425" y="3351213"/>
            <a:ext cx="4222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&gt;</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47116" name="Object 1028"/>
          <p:cNvGraphicFramePr/>
          <p:nvPr/>
        </p:nvGraphicFramePr>
        <p:xfrm>
          <a:off x="5867400" y="2917825"/>
          <a:ext cx="2133600" cy="746125"/>
        </p:xfrm>
        <a:graphic>
          <a:graphicData uri="http://schemas.openxmlformats.org/presentationml/2006/ole">
            <mc:AlternateContent xmlns:mc="http://schemas.openxmlformats.org/markup-compatibility/2006">
              <mc:Choice xmlns:v="urn:schemas-microsoft-com:vml" Requires="v">
                <p:oleObj spid="_x0000_s3187" name="" r:id="rId10" imgW="1153795" imgH="413385" progId="Equation.2">
                  <p:embed/>
                </p:oleObj>
              </mc:Choice>
              <mc:Fallback>
                <p:oleObj name="" r:id="rId10" imgW="1153795" imgH="413385" progId="Equation.2">
                  <p:embed/>
                  <p:pic>
                    <p:nvPicPr>
                      <p:cNvPr id="0" name="图片 3186"/>
                      <p:cNvPicPr/>
                      <p:nvPr/>
                    </p:nvPicPr>
                    <p:blipFill>
                      <a:blip r:embed="rId11">
                        <a:clrChange>
                          <a:clrFrom>
                            <a:srgbClr val="000000"/>
                          </a:clrFrom>
                          <a:clrTo>
                            <a:srgbClr val="FFFF00"/>
                          </a:clrTo>
                        </a:clrChange>
                      </a:blip>
                      <a:stretch>
                        <a:fillRect/>
                      </a:stretch>
                    </p:blipFill>
                    <p:spPr>
                      <a:xfrm>
                        <a:off x="5867400" y="2917825"/>
                        <a:ext cx="2133600" cy="746125"/>
                      </a:xfrm>
                      <a:prstGeom prst="rect">
                        <a:avLst/>
                      </a:prstGeom>
                      <a:noFill/>
                      <a:ln w="38100">
                        <a:noFill/>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Fixed-Proportions Technologies</a:t>
            </a:r>
            <a:br>
              <a:rPr lang="en-US" altLang="zh-CN" dirty="0">
                <a:ea typeface="宋体" panose="02010600030101010101" pitchFamily="2" charset="-122"/>
              </a:rPr>
            </a:br>
            <a:r>
              <a:rPr lang="zh-CN" altLang="en-US" dirty="0">
                <a:ea typeface="宋体" panose="02010600030101010101" pitchFamily="2" charset="-122"/>
              </a:rPr>
              <a:t>固定投入比例技术</a:t>
            </a:r>
            <a:endParaRPr lang="en-US" altLang="zh-CN" dirty="0">
              <a:ea typeface="宋体" panose="02010600030101010101" pitchFamily="2" charset="-122"/>
            </a:endParaRPr>
          </a:p>
        </p:txBody>
      </p:sp>
      <p:sp>
        <p:nvSpPr>
          <p:cNvPr id="48130"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fixed-proportions production function is of the form</a:t>
            </a:r>
            <a:br>
              <a:rPr lang="en-US" altLang="zh-CN" dirty="0">
                <a:ea typeface="宋体" panose="02010600030101010101" pitchFamily="2" charset="-122"/>
              </a:rPr>
            </a:br>
            <a:br>
              <a:rPr lang="en-US" altLang="zh-CN" dirty="0">
                <a:ea typeface="宋体" panose="02010600030101010101" pitchFamily="2" charset="-122"/>
              </a:rPr>
            </a:b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E.g.</a:t>
            </a:r>
            <a:br>
              <a:rPr lang="en-US" altLang="zh-CN" dirty="0">
                <a:ea typeface="宋体" panose="02010600030101010101" pitchFamily="2" charset="-122"/>
              </a:rPr>
            </a:br>
            <a:br>
              <a:rPr lang="en-US" altLang="zh-CN" dirty="0">
                <a:ea typeface="宋体" panose="02010600030101010101" pitchFamily="2" charset="-122"/>
              </a:rPr>
            </a:br>
            <a:r>
              <a:rPr lang="en-US" altLang="zh-CN" dirty="0">
                <a:ea typeface="宋体" panose="02010600030101010101" pitchFamily="2" charset="-122"/>
              </a:rPr>
              <a:t>with</a:t>
            </a:r>
            <a:endParaRPr lang="en-US" altLang="zh-CN" dirty="0">
              <a:ea typeface="宋体" panose="02010600030101010101" pitchFamily="2" charset="-122"/>
            </a:endParaRPr>
          </a:p>
        </p:txBody>
      </p:sp>
      <p:graphicFrame>
        <p:nvGraphicFramePr>
          <p:cNvPr id="48131" name="Object 0"/>
          <p:cNvGraphicFramePr/>
          <p:nvPr/>
        </p:nvGraphicFramePr>
        <p:xfrm>
          <a:off x="1922463" y="2871788"/>
          <a:ext cx="5260975" cy="455612"/>
        </p:xfrm>
        <a:graphic>
          <a:graphicData uri="http://schemas.openxmlformats.org/presentationml/2006/ole">
            <mc:AlternateContent xmlns:mc="http://schemas.openxmlformats.org/markup-compatibility/2006">
              <mc:Choice xmlns:v="urn:schemas-microsoft-com:vml" Requires="v">
                <p:oleObj spid="_x0000_s3186" name="" r:id="rId1" imgW="3174365" imgH="283210" progId="Equation.2">
                  <p:embed/>
                </p:oleObj>
              </mc:Choice>
              <mc:Fallback>
                <p:oleObj name="" r:id="rId1" imgW="3174365" imgH="283210" progId="Equation.2">
                  <p:embed/>
                  <p:pic>
                    <p:nvPicPr>
                      <p:cNvPr id="0" name="图片 3185"/>
                      <p:cNvPicPr/>
                      <p:nvPr/>
                    </p:nvPicPr>
                    <p:blipFill>
                      <a:blip r:embed="rId2">
                        <a:clrChange>
                          <a:clrFrom>
                            <a:srgbClr val="000000"/>
                          </a:clrFrom>
                          <a:clrTo>
                            <a:srgbClr val="FFFF00"/>
                          </a:clrTo>
                        </a:clrChange>
                      </a:blip>
                      <a:stretch>
                        <a:fillRect/>
                      </a:stretch>
                    </p:blipFill>
                    <p:spPr>
                      <a:xfrm>
                        <a:off x="1922463" y="2871788"/>
                        <a:ext cx="5260975" cy="455612"/>
                      </a:xfrm>
                      <a:prstGeom prst="rect">
                        <a:avLst/>
                      </a:prstGeom>
                      <a:noFill/>
                      <a:ln w="38100">
                        <a:noFill/>
                        <a:miter/>
                      </a:ln>
                    </p:spPr>
                  </p:pic>
                </p:oleObj>
              </mc:Fallback>
            </mc:AlternateContent>
          </a:graphicData>
        </a:graphic>
      </p:graphicFrame>
      <p:graphicFrame>
        <p:nvGraphicFramePr>
          <p:cNvPr id="48132" name="Object 1"/>
          <p:cNvGraphicFramePr/>
          <p:nvPr/>
        </p:nvGraphicFramePr>
        <p:xfrm>
          <a:off x="2890838" y="4097338"/>
          <a:ext cx="3181350" cy="509587"/>
        </p:xfrm>
        <a:graphic>
          <a:graphicData uri="http://schemas.openxmlformats.org/presentationml/2006/ole">
            <mc:AlternateContent xmlns:mc="http://schemas.openxmlformats.org/markup-compatibility/2006">
              <mc:Choice xmlns:v="urn:schemas-microsoft-com:vml" Requires="v">
                <p:oleObj spid="_x0000_s3183" name="" r:id="rId3" imgW="1720215" imgH="283210" progId="Equation.2">
                  <p:embed/>
                </p:oleObj>
              </mc:Choice>
              <mc:Fallback>
                <p:oleObj name="" r:id="rId3" imgW="1720215" imgH="283210" progId="Equation.2">
                  <p:embed/>
                  <p:pic>
                    <p:nvPicPr>
                      <p:cNvPr id="0" name="图片 3182"/>
                      <p:cNvPicPr/>
                      <p:nvPr/>
                    </p:nvPicPr>
                    <p:blipFill>
                      <a:blip r:embed="rId4">
                        <a:clrChange>
                          <a:clrFrom>
                            <a:srgbClr val="000000"/>
                          </a:clrFrom>
                          <a:clrTo>
                            <a:srgbClr val="FFFF00"/>
                          </a:clrTo>
                        </a:clrChange>
                      </a:blip>
                      <a:stretch>
                        <a:fillRect/>
                      </a:stretch>
                    </p:blipFill>
                    <p:spPr>
                      <a:xfrm>
                        <a:off x="2890838" y="4097338"/>
                        <a:ext cx="3181350" cy="509587"/>
                      </a:xfrm>
                      <a:prstGeom prst="rect">
                        <a:avLst/>
                      </a:prstGeom>
                      <a:noFill/>
                      <a:ln w="38100">
                        <a:noFill/>
                        <a:miter/>
                      </a:ln>
                    </p:spPr>
                  </p:pic>
                </p:oleObj>
              </mc:Fallback>
            </mc:AlternateContent>
          </a:graphicData>
        </a:graphic>
      </p:graphicFrame>
      <p:graphicFrame>
        <p:nvGraphicFramePr>
          <p:cNvPr id="48133" name="Object 2"/>
          <p:cNvGraphicFramePr/>
          <p:nvPr/>
        </p:nvGraphicFramePr>
        <p:xfrm>
          <a:off x="2309813" y="5033963"/>
          <a:ext cx="4889500" cy="485775"/>
        </p:xfrm>
        <a:graphic>
          <a:graphicData uri="http://schemas.openxmlformats.org/presentationml/2006/ole">
            <mc:AlternateContent xmlns:mc="http://schemas.openxmlformats.org/markup-compatibility/2006">
              <mc:Choice xmlns:v="urn:schemas-microsoft-com:vml" Requires="v">
                <p:oleObj spid="_x0000_s3184" name="" r:id="rId5" imgW="2660650" imgH="283210" progId="Equation.2">
                  <p:embed/>
                </p:oleObj>
              </mc:Choice>
              <mc:Fallback>
                <p:oleObj name="" r:id="rId5" imgW="2660650" imgH="283210" progId="Equation.2">
                  <p:embed/>
                  <p:pic>
                    <p:nvPicPr>
                      <p:cNvPr id="0" name="图片 3183"/>
                      <p:cNvPicPr/>
                      <p:nvPr/>
                    </p:nvPicPr>
                    <p:blipFill>
                      <a:blip r:embed="rId6">
                        <a:clrChange>
                          <a:clrFrom>
                            <a:srgbClr val="000000"/>
                          </a:clrFrom>
                          <a:clrTo>
                            <a:srgbClr val="FFFF00"/>
                          </a:clrTo>
                        </a:clrChange>
                      </a:blip>
                      <a:stretch>
                        <a:fillRect/>
                      </a:stretch>
                    </p:blipFill>
                    <p:spPr>
                      <a:xfrm>
                        <a:off x="2309813" y="5033963"/>
                        <a:ext cx="4889500" cy="485775"/>
                      </a:xfrm>
                      <a:prstGeom prst="rect">
                        <a:avLst/>
                      </a:prstGeom>
                      <a:noFill/>
                      <a:ln w="38100">
                        <a:noFill/>
                        <a:miter/>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Fixed-Proportions Technologies</a:t>
            </a:r>
            <a:br>
              <a:rPr lang="en-US" altLang="zh-CN" dirty="0">
                <a:ea typeface="宋体" panose="02010600030101010101" pitchFamily="2" charset="-122"/>
              </a:rPr>
            </a:br>
            <a:r>
              <a:rPr lang="zh-CN" altLang="en-US" dirty="0">
                <a:ea typeface="宋体" panose="02010600030101010101" pitchFamily="2" charset="-122"/>
              </a:rPr>
              <a:t>固定投入比例技术</a:t>
            </a:r>
            <a:endParaRPr lang="en-US" altLang="zh-CN" dirty="0">
              <a:ea typeface="宋体" panose="02010600030101010101" pitchFamily="2" charset="-122"/>
            </a:endParaRPr>
          </a:p>
        </p:txBody>
      </p:sp>
      <p:grpSp>
        <p:nvGrpSpPr>
          <p:cNvPr id="49154" name="Group 5"/>
          <p:cNvGrpSpPr/>
          <p:nvPr/>
        </p:nvGrpSpPr>
        <p:grpSpPr>
          <a:xfrm>
            <a:off x="1476375" y="1833563"/>
            <a:ext cx="4095750" cy="3552825"/>
            <a:chOff x="930" y="1155"/>
            <a:chExt cx="2580" cy="2238"/>
          </a:xfrm>
        </p:grpSpPr>
        <p:sp>
          <p:nvSpPr>
            <p:cNvPr id="49155" name="Line 3"/>
            <p:cNvSpPr/>
            <p:nvPr/>
          </p:nvSpPr>
          <p:spPr>
            <a:xfrm>
              <a:off x="930" y="1155"/>
              <a:ext cx="0" cy="2235"/>
            </a:xfrm>
            <a:prstGeom prst="line">
              <a:avLst/>
            </a:prstGeom>
            <a:ln w="12700" cap="flat" cmpd="sng">
              <a:solidFill>
                <a:schemeClr val="tx1"/>
              </a:solidFill>
              <a:prstDash val="solid"/>
              <a:round/>
              <a:headEnd type="none" w="sm" len="sm"/>
              <a:tailEnd type="none" w="sm" len="sm"/>
            </a:ln>
          </p:spPr>
        </p:sp>
        <p:sp>
          <p:nvSpPr>
            <p:cNvPr id="49156" name="Line 4"/>
            <p:cNvSpPr/>
            <p:nvPr/>
          </p:nvSpPr>
          <p:spPr>
            <a:xfrm>
              <a:off x="930" y="3393"/>
              <a:ext cx="2580" cy="0"/>
            </a:xfrm>
            <a:prstGeom prst="line">
              <a:avLst/>
            </a:prstGeom>
            <a:ln w="12700" cap="flat" cmpd="sng">
              <a:solidFill>
                <a:schemeClr val="tx1"/>
              </a:solidFill>
              <a:prstDash val="solid"/>
              <a:round/>
              <a:headEnd type="none" w="sm" len="sm"/>
              <a:tailEnd type="none" w="sm" len="sm"/>
            </a:ln>
          </p:spPr>
        </p:sp>
      </p:grpSp>
      <p:sp>
        <p:nvSpPr>
          <p:cNvPr id="49157" name="Rectangle 6"/>
          <p:cNvSpPr/>
          <p:nvPr/>
        </p:nvSpPr>
        <p:spPr>
          <a:xfrm>
            <a:off x="854075" y="124618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9158" name="Rectangle 7"/>
          <p:cNvSpPr/>
          <p:nvPr/>
        </p:nvSpPr>
        <p:spPr>
          <a:xfrm>
            <a:off x="5521325" y="538003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49159" name="Line 8"/>
          <p:cNvSpPr/>
          <p:nvPr/>
        </p:nvSpPr>
        <p:spPr>
          <a:xfrm flipV="1">
            <a:off x="1476375" y="3444875"/>
            <a:ext cx="3846513" cy="1912938"/>
          </a:xfrm>
          <a:prstGeom prst="line">
            <a:avLst/>
          </a:prstGeom>
          <a:ln w="12700" cap="flat" cmpd="sng">
            <a:solidFill>
              <a:schemeClr val="tx1"/>
            </a:solidFill>
            <a:prstDash val="dash"/>
            <a:round/>
            <a:headEnd type="none" w="sm" len="sm"/>
            <a:tailEnd type="none" w="sm" len="sm"/>
          </a:ln>
        </p:spPr>
      </p:sp>
      <p:sp>
        <p:nvSpPr>
          <p:cNvPr id="49160" name="Line 9"/>
          <p:cNvSpPr/>
          <p:nvPr/>
        </p:nvSpPr>
        <p:spPr>
          <a:xfrm flipH="1">
            <a:off x="1484313" y="5013325"/>
            <a:ext cx="649287" cy="0"/>
          </a:xfrm>
          <a:prstGeom prst="line">
            <a:avLst/>
          </a:prstGeom>
          <a:ln w="25400" cap="flat" cmpd="sng">
            <a:solidFill>
              <a:schemeClr val="tx1"/>
            </a:solidFill>
            <a:prstDash val="sysDot"/>
            <a:round/>
            <a:headEnd type="none" w="sm" len="sm"/>
            <a:tailEnd type="none" w="sm" len="sm"/>
          </a:ln>
        </p:spPr>
      </p:sp>
      <p:sp>
        <p:nvSpPr>
          <p:cNvPr id="49161" name="Line 10"/>
          <p:cNvSpPr/>
          <p:nvPr/>
        </p:nvSpPr>
        <p:spPr>
          <a:xfrm>
            <a:off x="2147888" y="5030788"/>
            <a:ext cx="0" cy="360362"/>
          </a:xfrm>
          <a:prstGeom prst="line">
            <a:avLst/>
          </a:prstGeom>
          <a:ln w="25400" cap="flat" cmpd="sng">
            <a:solidFill>
              <a:schemeClr val="tx1"/>
            </a:solidFill>
            <a:prstDash val="sysDot"/>
            <a:round/>
            <a:headEnd type="none" w="sm" len="sm"/>
            <a:tailEnd type="none" w="sm" len="sm"/>
          </a:ln>
        </p:spPr>
      </p:sp>
      <p:sp>
        <p:nvSpPr>
          <p:cNvPr id="49162" name="Line 11"/>
          <p:cNvSpPr/>
          <p:nvPr/>
        </p:nvSpPr>
        <p:spPr>
          <a:xfrm flipH="1">
            <a:off x="1470025" y="4651375"/>
            <a:ext cx="1384300" cy="0"/>
          </a:xfrm>
          <a:prstGeom prst="line">
            <a:avLst/>
          </a:prstGeom>
          <a:ln w="25400" cap="flat" cmpd="sng">
            <a:solidFill>
              <a:schemeClr val="tx1"/>
            </a:solidFill>
            <a:prstDash val="sysDot"/>
            <a:round/>
            <a:headEnd type="none" w="sm" len="sm"/>
            <a:tailEnd type="none" w="sm" len="sm"/>
          </a:ln>
        </p:spPr>
      </p:sp>
      <p:sp>
        <p:nvSpPr>
          <p:cNvPr id="49163" name="Line 12"/>
          <p:cNvSpPr/>
          <p:nvPr/>
        </p:nvSpPr>
        <p:spPr>
          <a:xfrm>
            <a:off x="2852738" y="4670425"/>
            <a:ext cx="0" cy="720725"/>
          </a:xfrm>
          <a:prstGeom prst="line">
            <a:avLst/>
          </a:prstGeom>
          <a:ln w="25400" cap="flat" cmpd="sng">
            <a:solidFill>
              <a:schemeClr val="tx1"/>
            </a:solidFill>
            <a:prstDash val="sysDot"/>
            <a:round/>
            <a:headEnd type="none" w="sm" len="sm"/>
            <a:tailEnd type="none" w="sm" len="sm"/>
          </a:ln>
        </p:spPr>
      </p:sp>
      <p:sp>
        <p:nvSpPr>
          <p:cNvPr id="49164" name="Line 13"/>
          <p:cNvSpPr/>
          <p:nvPr/>
        </p:nvSpPr>
        <p:spPr>
          <a:xfrm flipH="1">
            <a:off x="1484313" y="4257675"/>
            <a:ext cx="2222500" cy="0"/>
          </a:xfrm>
          <a:prstGeom prst="line">
            <a:avLst/>
          </a:prstGeom>
          <a:ln w="25400" cap="flat" cmpd="sng">
            <a:solidFill>
              <a:schemeClr val="tx1"/>
            </a:solidFill>
            <a:prstDash val="sysDot"/>
            <a:round/>
            <a:headEnd type="none" w="sm" len="sm"/>
            <a:tailEnd type="none" w="sm" len="sm"/>
          </a:ln>
        </p:spPr>
      </p:sp>
      <p:sp>
        <p:nvSpPr>
          <p:cNvPr id="49165" name="Line 14"/>
          <p:cNvSpPr/>
          <p:nvPr/>
        </p:nvSpPr>
        <p:spPr>
          <a:xfrm>
            <a:off x="3703638" y="4251325"/>
            <a:ext cx="0" cy="1139825"/>
          </a:xfrm>
          <a:prstGeom prst="line">
            <a:avLst/>
          </a:prstGeom>
          <a:ln w="25400" cap="flat" cmpd="sng">
            <a:solidFill>
              <a:schemeClr val="tx1"/>
            </a:solidFill>
            <a:prstDash val="sysDot"/>
            <a:round/>
            <a:headEnd type="none" w="sm" len="sm"/>
            <a:tailEnd type="none" w="sm" len="sm"/>
          </a:ln>
        </p:spPr>
      </p:sp>
      <p:grpSp>
        <p:nvGrpSpPr>
          <p:cNvPr id="49166" name="Group 17"/>
          <p:cNvGrpSpPr/>
          <p:nvPr/>
        </p:nvGrpSpPr>
        <p:grpSpPr>
          <a:xfrm>
            <a:off x="3700463" y="2274888"/>
            <a:ext cx="1978025" cy="1990725"/>
            <a:chOff x="2331" y="1433"/>
            <a:chExt cx="1246" cy="1254"/>
          </a:xfrm>
        </p:grpSpPr>
        <p:sp>
          <p:nvSpPr>
            <p:cNvPr id="49167" name="Line 15"/>
            <p:cNvSpPr/>
            <p:nvPr/>
          </p:nvSpPr>
          <p:spPr>
            <a:xfrm flipV="1">
              <a:off x="2331" y="1433"/>
              <a:ext cx="0" cy="1245"/>
            </a:xfrm>
            <a:prstGeom prst="line">
              <a:avLst/>
            </a:prstGeom>
            <a:ln w="50800" cap="flat" cmpd="sng">
              <a:solidFill>
                <a:schemeClr val="hlink"/>
              </a:solidFill>
              <a:prstDash val="solid"/>
              <a:round/>
              <a:headEnd type="none" w="sm" len="sm"/>
              <a:tailEnd type="none" w="sm" len="sm"/>
            </a:ln>
          </p:spPr>
        </p:sp>
        <p:sp>
          <p:nvSpPr>
            <p:cNvPr id="49168" name="Line 16"/>
            <p:cNvSpPr/>
            <p:nvPr/>
          </p:nvSpPr>
          <p:spPr>
            <a:xfrm flipH="1">
              <a:off x="2332" y="2687"/>
              <a:ext cx="1245" cy="0"/>
            </a:xfrm>
            <a:prstGeom prst="line">
              <a:avLst/>
            </a:prstGeom>
            <a:ln w="50800" cap="flat" cmpd="sng">
              <a:solidFill>
                <a:schemeClr val="hlink"/>
              </a:solidFill>
              <a:prstDash val="solid"/>
              <a:round/>
              <a:headEnd type="none" w="sm" len="sm"/>
              <a:tailEnd type="none" w="sm" len="sm"/>
            </a:ln>
          </p:spPr>
        </p:sp>
      </p:grpSp>
      <p:grpSp>
        <p:nvGrpSpPr>
          <p:cNvPr id="49169" name="Group 20"/>
          <p:cNvGrpSpPr/>
          <p:nvPr/>
        </p:nvGrpSpPr>
        <p:grpSpPr>
          <a:xfrm>
            <a:off x="2867025" y="2676525"/>
            <a:ext cx="1978025" cy="1990725"/>
            <a:chOff x="1806" y="1686"/>
            <a:chExt cx="1246" cy="1254"/>
          </a:xfrm>
        </p:grpSpPr>
        <p:sp>
          <p:nvSpPr>
            <p:cNvPr id="49170" name="Line 18"/>
            <p:cNvSpPr/>
            <p:nvPr/>
          </p:nvSpPr>
          <p:spPr>
            <a:xfrm flipV="1">
              <a:off x="1806" y="1686"/>
              <a:ext cx="0" cy="1245"/>
            </a:xfrm>
            <a:prstGeom prst="line">
              <a:avLst/>
            </a:prstGeom>
            <a:ln w="50800" cap="flat" cmpd="sng">
              <a:solidFill>
                <a:srgbClr val="00FF00"/>
              </a:solidFill>
              <a:prstDash val="solid"/>
              <a:round/>
              <a:headEnd type="none" w="sm" len="sm"/>
              <a:tailEnd type="none" w="sm" len="sm"/>
            </a:ln>
          </p:spPr>
        </p:sp>
        <p:sp>
          <p:nvSpPr>
            <p:cNvPr id="49171" name="Line 19"/>
            <p:cNvSpPr/>
            <p:nvPr/>
          </p:nvSpPr>
          <p:spPr>
            <a:xfrm flipH="1">
              <a:off x="1807" y="2940"/>
              <a:ext cx="1245" cy="0"/>
            </a:xfrm>
            <a:prstGeom prst="line">
              <a:avLst/>
            </a:prstGeom>
            <a:ln w="50800" cap="flat" cmpd="sng">
              <a:solidFill>
                <a:srgbClr val="00FF00"/>
              </a:solidFill>
              <a:prstDash val="solid"/>
              <a:round/>
              <a:headEnd type="none" w="sm" len="sm"/>
              <a:tailEnd type="none" w="sm" len="sm"/>
            </a:ln>
          </p:spPr>
        </p:sp>
      </p:grpSp>
      <p:grpSp>
        <p:nvGrpSpPr>
          <p:cNvPr id="49172" name="Group 23"/>
          <p:cNvGrpSpPr/>
          <p:nvPr/>
        </p:nvGrpSpPr>
        <p:grpSpPr>
          <a:xfrm>
            <a:off x="2124075" y="3014663"/>
            <a:ext cx="1997075" cy="2009775"/>
            <a:chOff x="1350" y="1911"/>
            <a:chExt cx="1246" cy="1254"/>
          </a:xfrm>
        </p:grpSpPr>
        <p:sp>
          <p:nvSpPr>
            <p:cNvPr id="49173" name="Line 21"/>
            <p:cNvSpPr/>
            <p:nvPr/>
          </p:nvSpPr>
          <p:spPr>
            <a:xfrm flipV="1">
              <a:off x="1350" y="1911"/>
              <a:ext cx="0" cy="1245"/>
            </a:xfrm>
            <a:prstGeom prst="line">
              <a:avLst/>
            </a:prstGeom>
            <a:ln w="50800" cap="flat" cmpd="sng">
              <a:solidFill>
                <a:schemeClr val="tx2"/>
              </a:solidFill>
              <a:prstDash val="solid"/>
              <a:round/>
              <a:headEnd type="none" w="sm" len="sm"/>
              <a:tailEnd type="none" w="sm" len="sm"/>
            </a:ln>
          </p:spPr>
        </p:sp>
        <p:sp>
          <p:nvSpPr>
            <p:cNvPr id="49174" name="Line 22"/>
            <p:cNvSpPr/>
            <p:nvPr/>
          </p:nvSpPr>
          <p:spPr>
            <a:xfrm flipH="1">
              <a:off x="1351" y="3165"/>
              <a:ext cx="1245" cy="0"/>
            </a:xfrm>
            <a:prstGeom prst="line">
              <a:avLst/>
            </a:prstGeom>
            <a:ln w="50800" cap="flat" cmpd="sng">
              <a:solidFill>
                <a:schemeClr val="tx2"/>
              </a:solidFill>
              <a:prstDash val="solid"/>
              <a:round/>
              <a:headEnd type="none" w="sm" len="sm"/>
              <a:tailEnd type="none" w="sm" len="sm"/>
            </a:ln>
          </p:spPr>
        </p:sp>
      </p:grpSp>
      <p:sp>
        <p:nvSpPr>
          <p:cNvPr id="49175" name="Rectangle 24"/>
          <p:cNvSpPr/>
          <p:nvPr/>
        </p:nvSpPr>
        <p:spPr>
          <a:xfrm>
            <a:off x="5705475" y="3905250"/>
            <a:ext cx="3224213"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hlink"/>
                </a:solidFill>
                <a:latin typeface="Arial" panose="020B0604020202020204" pitchFamily="34" charset="0"/>
                <a:ea typeface="宋体" panose="02010600030101010101" pitchFamily="2" charset="-122"/>
              </a:rPr>
              <a:t>min{x</a:t>
            </a:r>
            <a:r>
              <a:rPr lang="en-US" altLang="zh-CN" baseline="-25000" dirty="0">
                <a:solidFill>
                  <a:schemeClr val="hlink"/>
                </a:solidFill>
                <a:latin typeface="Arial" panose="020B0604020202020204" pitchFamily="34" charset="0"/>
                <a:ea typeface="宋体" panose="02010600030101010101" pitchFamily="2" charset="-122"/>
              </a:rPr>
              <a:t>1</a:t>
            </a:r>
            <a:r>
              <a:rPr lang="en-US" altLang="zh-CN" dirty="0">
                <a:solidFill>
                  <a:schemeClr val="hlink"/>
                </a:solidFill>
                <a:latin typeface="Arial" panose="020B0604020202020204" pitchFamily="34" charset="0"/>
                <a:ea typeface="宋体" panose="02010600030101010101" pitchFamily="2" charset="-122"/>
              </a:rPr>
              <a:t>,2x</a:t>
            </a:r>
            <a:r>
              <a:rPr lang="en-US" altLang="zh-CN" baseline="-25000" dirty="0">
                <a:solidFill>
                  <a:schemeClr val="hlink"/>
                </a:solidFill>
                <a:latin typeface="Arial" panose="020B0604020202020204" pitchFamily="34" charset="0"/>
                <a:ea typeface="宋体" panose="02010600030101010101" pitchFamily="2" charset="-122"/>
              </a:rPr>
              <a:t>2</a:t>
            </a:r>
            <a:r>
              <a:rPr lang="en-US" altLang="zh-CN" dirty="0">
                <a:solidFill>
                  <a:schemeClr val="hlink"/>
                </a:solidFill>
                <a:latin typeface="Arial" panose="020B0604020202020204" pitchFamily="34" charset="0"/>
                <a:ea typeface="宋体" panose="02010600030101010101" pitchFamily="2" charset="-122"/>
              </a:rPr>
              <a:t>} = 14</a:t>
            </a:r>
            <a:endParaRPr lang="en-US" altLang="zh-CN" dirty="0">
              <a:solidFill>
                <a:schemeClr val="hlink"/>
              </a:solidFill>
              <a:latin typeface="Arial" panose="020B0604020202020204" pitchFamily="34" charset="0"/>
              <a:ea typeface="宋体" panose="02010600030101010101" pitchFamily="2" charset="-122"/>
            </a:endParaRPr>
          </a:p>
        </p:txBody>
      </p:sp>
      <p:sp>
        <p:nvSpPr>
          <p:cNvPr id="49176" name="Rectangle 25"/>
          <p:cNvSpPr/>
          <p:nvPr/>
        </p:nvSpPr>
        <p:spPr>
          <a:xfrm>
            <a:off x="1897063" y="5354638"/>
            <a:ext cx="4095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4</a:t>
            </a:r>
            <a:endParaRPr lang="en-US" altLang="zh-CN" dirty="0">
              <a:solidFill>
                <a:schemeClr val="tx1"/>
              </a:solidFill>
              <a:latin typeface="Arial" panose="020B0604020202020204" pitchFamily="34" charset="0"/>
              <a:ea typeface="宋体" panose="02010600030101010101" pitchFamily="2" charset="-122"/>
            </a:endParaRPr>
          </a:p>
        </p:txBody>
      </p:sp>
      <p:sp>
        <p:nvSpPr>
          <p:cNvPr id="49177" name="Rectangle 26"/>
          <p:cNvSpPr/>
          <p:nvPr/>
        </p:nvSpPr>
        <p:spPr>
          <a:xfrm>
            <a:off x="2632075" y="5354638"/>
            <a:ext cx="4095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8</a:t>
            </a:r>
            <a:endParaRPr lang="en-US" altLang="zh-CN" dirty="0">
              <a:solidFill>
                <a:schemeClr val="tx1"/>
              </a:solidFill>
              <a:latin typeface="Arial" panose="020B0604020202020204" pitchFamily="34" charset="0"/>
              <a:ea typeface="宋体" panose="02010600030101010101" pitchFamily="2" charset="-122"/>
            </a:endParaRPr>
          </a:p>
        </p:txBody>
      </p:sp>
      <p:sp>
        <p:nvSpPr>
          <p:cNvPr id="49178" name="Rectangle 27"/>
          <p:cNvSpPr/>
          <p:nvPr/>
        </p:nvSpPr>
        <p:spPr>
          <a:xfrm>
            <a:off x="3338513" y="5354638"/>
            <a:ext cx="636587"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14</a:t>
            </a:r>
            <a:endParaRPr lang="en-US" altLang="zh-CN" dirty="0">
              <a:solidFill>
                <a:schemeClr val="tx1"/>
              </a:solidFill>
              <a:latin typeface="Arial" panose="020B0604020202020204" pitchFamily="34" charset="0"/>
              <a:ea typeface="宋体" panose="02010600030101010101" pitchFamily="2" charset="-122"/>
            </a:endParaRPr>
          </a:p>
        </p:txBody>
      </p:sp>
      <p:sp>
        <p:nvSpPr>
          <p:cNvPr id="49179" name="Rectangle 28"/>
          <p:cNvSpPr/>
          <p:nvPr/>
        </p:nvSpPr>
        <p:spPr>
          <a:xfrm>
            <a:off x="1042988" y="4730750"/>
            <a:ext cx="40957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2</a:t>
            </a:r>
            <a:endParaRPr lang="en-US" altLang="zh-CN" dirty="0">
              <a:solidFill>
                <a:schemeClr val="tx1"/>
              </a:solidFill>
              <a:latin typeface="Arial" panose="020B0604020202020204" pitchFamily="34" charset="0"/>
              <a:ea typeface="宋体" panose="02010600030101010101" pitchFamily="2" charset="-122"/>
            </a:endParaRPr>
          </a:p>
        </p:txBody>
      </p:sp>
      <p:sp>
        <p:nvSpPr>
          <p:cNvPr id="49180" name="Rectangle 29"/>
          <p:cNvSpPr/>
          <p:nvPr/>
        </p:nvSpPr>
        <p:spPr>
          <a:xfrm>
            <a:off x="1042988" y="4395788"/>
            <a:ext cx="4095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4</a:t>
            </a:r>
            <a:endParaRPr lang="en-US" altLang="zh-CN" dirty="0">
              <a:solidFill>
                <a:schemeClr val="tx1"/>
              </a:solidFill>
              <a:latin typeface="Arial" panose="020B0604020202020204" pitchFamily="34" charset="0"/>
              <a:ea typeface="宋体" panose="02010600030101010101" pitchFamily="2" charset="-122"/>
            </a:endParaRPr>
          </a:p>
        </p:txBody>
      </p:sp>
      <p:sp>
        <p:nvSpPr>
          <p:cNvPr id="49181" name="Rectangle 30"/>
          <p:cNvSpPr/>
          <p:nvPr/>
        </p:nvSpPr>
        <p:spPr>
          <a:xfrm>
            <a:off x="1042988" y="3976688"/>
            <a:ext cx="4095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7</a:t>
            </a:r>
            <a:endParaRPr lang="en-US" altLang="zh-CN" dirty="0">
              <a:solidFill>
                <a:schemeClr val="tx1"/>
              </a:solidFill>
              <a:latin typeface="Arial" panose="020B0604020202020204" pitchFamily="34" charset="0"/>
              <a:ea typeface="宋体" panose="02010600030101010101" pitchFamily="2" charset="-122"/>
            </a:endParaRPr>
          </a:p>
        </p:txBody>
      </p:sp>
      <p:sp>
        <p:nvSpPr>
          <p:cNvPr id="49182" name="Rectangle 31"/>
          <p:cNvSpPr/>
          <p:nvPr/>
        </p:nvSpPr>
        <p:spPr>
          <a:xfrm>
            <a:off x="4897438" y="4368800"/>
            <a:ext cx="299720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rgbClr val="00FF00"/>
                </a:solidFill>
                <a:latin typeface="Arial" panose="020B0604020202020204" pitchFamily="34" charset="0"/>
                <a:ea typeface="宋体" panose="02010600030101010101" pitchFamily="2" charset="-122"/>
              </a:rPr>
              <a:t>min{x</a:t>
            </a:r>
            <a:r>
              <a:rPr lang="en-US" altLang="zh-CN" baseline="-25000" dirty="0">
                <a:solidFill>
                  <a:srgbClr val="00FF00"/>
                </a:solidFill>
                <a:latin typeface="Arial" panose="020B0604020202020204" pitchFamily="34" charset="0"/>
                <a:ea typeface="宋体" panose="02010600030101010101" pitchFamily="2" charset="-122"/>
              </a:rPr>
              <a:t>1</a:t>
            </a:r>
            <a:r>
              <a:rPr lang="en-US" altLang="zh-CN" dirty="0">
                <a:solidFill>
                  <a:srgbClr val="00FF00"/>
                </a:solidFill>
                <a:latin typeface="Arial" panose="020B0604020202020204" pitchFamily="34" charset="0"/>
                <a:ea typeface="宋体" panose="02010600030101010101" pitchFamily="2" charset="-122"/>
              </a:rPr>
              <a:t>,2x</a:t>
            </a:r>
            <a:r>
              <a:rPr lang="en-US" altLang="zh-CN" baseline="-25000" dirty="0">
                <a:solidFill>
                  <a:srgbClr val="00FF00"/>
                </a:solidFill>
                <a:latin typeface="Arial" panose="020B0604020202020204" pitchFamily="34" charset="0"/>
                <a:ea typeface="宋体" panose="02010600030101010101" pitchFamily="2" charset="-122"/>
              </a:rPr>
              <a:t>2</a:t>
            </a:r>
            <a:r>
              <a:rPr lang="en-US" altLang="zh-CN" dirty="0">
                <a:solidFill>
                  <a:srgbClr val="00FF00"/>
                </a:solidFill>
                <a:latin typeface="Arial" panose="020B0604020202020204" pitchFamily="34" charset="0"/>
                <a:ea typeface="宋体" panose="02010600030101010101" pitchFamily="2" charset="-122"/>
              </a:rPr>
              <a:t>} = 8</a:t>
            </a:r>
            <a:endParaRPr lang="en-US" altLang="zh-CN" dirty="0">
              <a:solidFill>
                <a:srgbClr val="33CC33"/>
              </a:solidFill>
              <a:latin typeface="Arial" panose="020B0604020202020204" pitchFamily="34" charset="0"/>
              <a:ea typeface="宋体" panose="02010600030101010101" pitchFamily="2" charset="-122"/>
            </a:endParaRPr>
          </a:p>
        </p:txBody>
      </p:sp>
      <p:sp>
        <p:nvSpPr>
          <p:cNvPr id="49183" name="Rectangle 32"/>
          <p:cNvSpPr/>
          <p:nvPr/>
        </p:nvSpPr>
        <p:spPr>
          <a:xfrm>
            <a:off x="4165600" y="4818063"/>
            <a:ext cx="2998788"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2"/>
                </a:solidFill>
                <a:latin typeface="Arial" panose="020B0604020202020204" pitchFamily="34" charset="0"/>
                <a:ea typeface="宋体" panose="02010600030101010101" pitchFamily="2" charset="-122"/>
              </a:rPr>
              <a:t>min{x</a:t>
            </a:r>
            <a:r>
              <a:rPr lang="en-US" altLang="zh-CN" baseline="-25000" dirty="0">
                <a:solidFill>
                  <a:schemeClr val="tx2"/>
                </a:solidFill>
                <a:latin typeface="Arial" panose="020B0604020202020204" pitchFamily="34" charset="0"/>
                <a:ea typeface="宋体" panose="02010600030101010101" pitchFamily="2" charset="-122"/>
              </a:rPr>
              <a:t>1</a:t>
            </a:r>
            <a:r>
              <a:rPr lang="en-US" altLang="zh-CN" dirty="0">
                <a:solidFill>
                  <a:schemeClr val="tx2"/>
                </a:solidFill>
                <a:latin typeface="Arial" panose="020B0604020202020204" pitchFamily="34" charset="0"/>
                <a:ea typeface="宋体" panose="02010600030101010101" pitchFamily="2" charset="-122"/>
              </a:rPr>
              <a:t>,2x</a:t>
            </a:r>
            <a:r>
              <a:rPr lang="en-US" altLang="zh-CN" baseline="-25000" dirty="0">
                <a:solidFill>
                  <a:schemeClr val="tx2"/>
                </a:solidFill>
                <a:latin typeface="Arial" panose="020B0604020202020204" pitchFamily="34" charset="0"/>
                <a:ea typeface="宋体" panose="02010600030101010101" pitchFamily="2" charset="-122"/>
              </a:rPr>
              <a:t>2</a:t>
            </a:r>
            <a:r>
              <a:rPr lang="en-US" altLang="zh-CN" dirty="0">
                <a:solidFill>
                  <a:schemeClr val="tx2"/>
                </a:solidFill>
                <a:latin typeface="Arial" panose="020B0604020202020204" pitchFamily="34" charset="0"/>
                <a:ea typeface="宋体" panose="02010600030101010101" pitchFamily="2" charset="-122"/>
              </a:rPr>
              <a:t>} = 4</a:t>
            </a:r>
            <a:endParaRPr lang="en-US" altLang="zh-CN" dirty="0">
              <a:solidFill>
                <a:schemeClr val="tx2"/>
              </a:solidFill>
              <a:latin typeface="Arial" panose="020B0604020202020204" pitchFamily="34" charset="0"/>
              <a:ea typeface="宋体" panose="02010600030101010101" pitchFamily="2" charset="-122"/>
            </a:endParaRPr>
          </a:p>
        </p:txBody>
      </p:sp>
      <p:sp>
        <p:nvSpPr>
          <p:cNvPr id="49184" name="Rectangle 33"/>
          <p:cNvSpPr/>
          <p:nvPr/>
        </p:nvSpPr>
        <p:spPr>
          <a:xfrm>
            <a:off x="5359400" y="3017838"/>
            <a:ext cx="1620838"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r>
              <a:rPr lang="en-US" altLang="zh-CN" dirty="0">
                <a:solidFill>
                  <a:schemeClr val="tx1"/>
                </a:solidFill>
                <a:latin typeface="Arial" panose="020B0604020202020204" pitchFamily="34" charset="0"/>
                <a:ea typeface="宋体" panose="02010600030101010101" pitchFamily="2" charset="-122"/>
              </a:rPr>
              <a:t> = 2x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graphicFrame>
        <p:nvGraphicFramePr>
          <p:cNvPr id="49185" name="Object 34"/>
          <p:cNvGraphicFramePr/>
          <p:nvPr/>
        </p:nvGraphicFramePr>
        <p:xfrm>
          <a:off x="3843338" y="1352550"/>
          <a:ext cx="3181350" cy="509588"/>
        </p:xfrm>
        <a:graphic>
          <a:graphicData uri="http://schemas.openxmlformats.org/presentationml/2006/ole">
            <mc:AlternateContent xmlns:mc="http://schemas.openxmlformats.org/markup-compatibility/2006">
              <mc:Choice xmlns:v="urn:schemas-microsoft-com:vml" Requires="v">
                <p:oleObj spid="_x0000_s3188" name="" r:id="rId1" imgW="1720215" imgH="283210" progId="Equation.2">
                  <p:embed/>
                </p:oleObj>
              </mc:Choice>
              <mc:Fallback>
                <p:oleObj name="" r:id="rId1" imgW="1720215" imgH="283210" progId="Equation.2">
                  <p:embed/>
                  <p:pic>
                    <p:nvPicPr>
                      <p:cNvPr id="0" name="图片 3187"/>
                      <p:cNvPicPr/>
                      <p:nvPr/>
                    </p:nvPicPr>
                    <p:blipFill>
                      <a:blip r:embed="rId2">
                        <a:clrChange>
                          <a:clrFrom>
                            <a:srgbClr val="000000"/>
                          </a:clrFrom>
                          <a:clrTo>
                            <a:srgbClr val="FFFF00"/>
                          </a:clrTo>
                        </a:clrChange>
                      </a:blip>
                      <a:stretch>
                        <a:fillRect/>
                      </a:stretch>
                    </p:blipFill>
                    <p:spPr>
                      <a:xfrm>
                        <a:off x="3843338" y="1352550"/>
                        <a:ext cx="3181350" cy="509588"/>
                      </a:xfrm>
                      <a:prstGeom prst="rect">
                        <a:avLst/>
                      </a:prstGeom>
                      <a:noFill/>
                      <a:ln w="38100">
                        <a:noFill/>
                        <a:miter/>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Perfect-Substitutes Technologies</a:t>
            </a:r>
            <a:br>
              <a:rPr lang="en-US" altLang="zh-CN" dirty="0">
                <a:ea typeface="宋体" panose="02010600030101010101" pitchFamily="2" charset="-122"/>
              </a:rPr>
            </a:br>
            <a:r>
              <a:rPr lang="zh-CN" altLang="en-US" dirty="0">
                <a:ea typeface="宋体" panose="02010600030101010101" pitchFamily="2" charset="-122"/>
              </a:rPr>
              <a:t>完全替代投入要素技术</a:t>
            </a:r>
            <a:endParaRPr lang="en-US" altLang="zh-CN" dirty="0">
              <a:ea typeface="宋体" panose="02010600030101010101" pitchFamily="2" charset="-122"/>
            </a:endParaRPr>
          </a:p>
        </p:txBody>
      </p:sp>
      <p:sp>
        <p:nvSpPr>
          <p:cNvPr id="50178"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perfect-substitutes production function is of the form</a:t>
            </a:r>
            <a:br>
              <a:rPr lang="en-US" altLang="zh-CN" dirty="0">
                <a:ea typeface="宋体" panose="02010600030101010101" pitchFamily="2" charset="-122"/>
              </a:rPr>
            </a:br>
            <a:br>
              <a:rPr lang="en-US" altLang="zh-CN" dirty="0">
                <a:ea typeface="宋体" panose="02010600030101010101" pitchFamily="2" charset="-122"/>
              </a:rPr>
            </a:b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E.g.</a:t>
            </a:r>
            <a:br>
              <a:rPr lang="en-US" altLang="zh-CN" dirty="0">
                <a:ea typeface="宋体" panose="02010600030101010101" pitchFamily="2" charset="-122"/>
              </a:rPr>
            </a:br>
            <a:br>
              <a:rPr lang="en-US" altLang="zh-CN" dirty="0">
                <a:ea typeface="宋体" panose="02010600030101010101" pitchFamily="2" charset="-122"/>
              </a:rPr>
            </a:br>
            <a:r>
              <a:rPr lang="en-US" altLang="zh-CN" dirty="0">
                <a:ea typeface="宋体" panose="02010600030101010101" pitchFamily="2" charset="-122"/>
              </a:rPr>
              <a:t>with</a:t>
            </a:r>
            <a:endParaRPr lang="en-US" altLang="zh-CN" dirty="0">
              <a:ea typeface="宋体" panose="02010600030101010101" pitchFamily="2" charset="-122"/>
            </a:endParaRPr>
          </a:p>
        </p:txBody>
      </p:sp>
      <p:graphicFrame>
        <p:nvGraphicFramePr>
          <p:cNvPr id="50179" name="Object 4"/>
          <p:cNvGraphicFramePr/>
          <p:nvPr/>
        </p:nvGraphicFramePr>
        <p:xfrm>
          <a:off x="2036763" y="2871788"/>
          <a:ext cx="5011737" cy="436562"/>
        </p:xfrm>
        <a:graphic>
          <a:graphicData uri="http://schemas.openxmlformats.org/presentationml/2006/ole">
            <mc:AlternateContent xmlns:mc="http://schemas.openxmlformats.org/markup-compatibility/2006">
              <mc:Choice xmlns:v="urn:schemas-microsoft-com:vml" Requires="v">
                <p:oleObj spid="_x0000_s3191" name="" r:id="rId1" imgW="3034665" imgH="283210" progId="Equation.2">
                  <p:embed/>
                </p:oleObj>
              </mc:Choice>
              <mc:Fallback>
                <p:oleObj name="" r:id="rId1" imgW="3034665" imgH="283210" progId="Equation.2">
                  <p:embed/>
                  <p:pic>
                    <p:nvPicPr>
                      <p:cNvPr id="0" name="图片 3190"/>
                      <p:cNvPicPr/>
                      <p:nvPr/>
                    </p:nvPicPr>
                    <p:blipFill>
                      <a:blip r:embed="rId2">
                        <a:clrChange>
                          <a:clrFrom>
                            <a:srgbClr val="000000"/>
                          </a:clrFrom>
                          <a:clrTo>
                            <a:srgbClr val="FFFF00"/>
                          </a:clrTo>
                        </a:clrChange>
                      </a:blip>
                      <a:stretch>
                        <a:fillRect/>
                      </a:stretch>
                    </p:blipFill>
                    <p:spPr>
                      <a:xfrm>
                        <a:off x="2036763" y="2871788"/>
                        <a:ext cx="5011737" cy="436562"/>
                      </a:xfrm>
                      <a:prstGeom prst="rect">
                        <a:avLst/>
                      </a:prstGeom>
                      <a:noFill/>
                      <a:ln w="38100">
                        <a:noFill/>
                        <a:miter/>
                      </a:ln>
                    </p:spPr>
                  </p:pic>
                </p:oleObj>
              </mc:Fallback>
            </mc:AlternateContent>
          </a:graphicData>
        </a:graphic>
      </p:graphicFrame>
      <p:graphicFrame>
        <p:nvGraphicFramePr>
          <p:cNvPr id="50180" name="Object 5"/>
          <p:cNvGraphicFramePr/>
          <p:nvPr/>
        </p:nvGraphicFramePr>
        <p:xfrm>
          <a:off x="3298825" y="4116388"/>
          <a:ext cx="2343150" cy="490537"/>
        </p:xfrm>
        <a:graphic>
          <a:graphicData uri="http://schemas.openxmlformats.org/presentationml/2006/ole">
            <mc:AlternateContent xmlns:mc="http://schemas.openxmlformats.org/markup-compatibility/2006">
              <mc:Choice xmlns:v="urn:schemas-microsoft-com:vml" Requires="v">
                <p:oleObj spid="_x0000_s3190" name="" r:id="rId3" imgW="1275715" imgH="283210" progId="Equation.2">
                  <p:embed/>
                </p:oleObj>
              </mc:Choice>
              <mc:Fallback>
                <p:oleObj name="" r:id="rId3" imgW="1275715" imgH="283210" progId="Equation.2">
                  <p:embed/>
                  <p:pic>
                    <p:nvPicPr>
                      <p:cNvPr id="0" name="图片 3189"/>
                      <p:cNvPicPr/>
                      <p:nvPr/>
                    </p:nvPicPr>
                    <p:blipFill>
                      <a:blip r:embed="rId4">
                        <a:clrChange>
                          <a:clrFrom>
                            <a:srgbClr val="000000"/>
                          </a:clrFrom>
                          <a:clrTo>
                            <a:srgbClr val="FFFF00"/>
                          </a:clrTo>
                        </a:clrChange>
                      </a:blip>
                      <a:stretch>
                        <a:fillRect/>
                      </a:stretch>
                    </p:blipFill>
                    <p:spPr>
                      <a:xfrm>
                        <a:off x="3298825" y="4116388"/>
                        <a:ext cx="2343150" cy="490537"/>
                      </a:xfrm>
                      <a:prstGeom prst="rect">
                        <a:avLst/>
                      </a:prstGeom>
                      <a:noFill/>
                      <a:ln w="38100">
                        <a:noFill/>
                        <a:miter/>
                      </a:ln>
                    </p:spPr>
                  </p:pic>
                </p:oleObj>
              </mc:Fallback>
            </mc:AlternateContent>
          </a:graphicData>
        </a:graphic>
      </p:graphicFrame>
      <p:graphicFrame>
        <p:nvGraphicFramePr>
          <p:cNvPr id="50181" name="Object 6"/>
          <p:cNvGraphicFramePr/>
          <p:nvPr/>
        </p:nvGraphicFramePr>
        <p:xfrm>
          <a:off x="2595563" y="5033963"/>
          <a:ext cx="4889500" cy="485775"/>
        </p:xfrm>
        <a:graphic>
          <a:graphicData uri="http://schemas.openxmlformats.org/presentationml/2006/ole">
            <mc:AlternateContent xmlns:mc="http://schemas.openxmlformats.org/markup-compatibility/2006">
              <mc:Choice xmlns:v="urn:schemas-microsoft-com:vml" Requires="v">
                <p:oleObj spid="_x0000_s3189" name="" r:id="rId5" imgW="2660650" imgH="283210" progId="Equation.2">
                  <p:embed/>
                </p:oleObj>
              </mc:Choice>
              <mc:Fallback>
                <p:oleObj name="" r:id="rId5" imgW="2660650" imgH="283210" progId="Equation.2">
                  <p:embed/>
                  <p:pic>
                    <p:nvPicPr>
                      <p:cNvPr id="0" name="图片 3188"/>
                      <p:cNvPicPr/>
                      <p:nvPr/>
                    </p:nvPicPr>
                    <p:blipFill>
                      <a:blip r:embed="rId6">
                        <a:clrChange>
                          <a:clrFrom>
                            <a:srgbClr val="000000"/>
                          </a:clrFrom>
                          <a:clrTo>
                            <a:srgbClr val="FFFF00"/>
                          </a:clrTo>
                        </a:clrChange>
                      </a:blip>
                      <a:stretch>
                        <a:fillRect/>
                      </a:stretch>
                    </p:blipFill>
                    <p:spPr>
                      <a:xfrm>
                        <a:off x="2595563" y="5033963"/>
                        <a:ext cx="4889500" cy="485775"/>
                      </a:xfrm>
                      <a:prstGeom prst="rect">
                        <a:avLst/>
                      </a:prstGeom>
                      <a:noFill/>
                      <a:ln w="38100">
                        <a:noFill/>
                        <a:miter/>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Perfect-Substitution Technologies</a:t>
            </a:r>
            <a:br>
              <a:rPr lang="en-US" altLang="zh-CN" dirty="0">
                <a:ea typeface="宋体" panose="02010600030101010101" pitchFamily="2" charset="-122"/>
              </a:rPr>
            </a:br>
            <a:r>
              <a:rPr lang="zh-CN" altLang="en-US" dirty="0">
                <a:ea typeface="宋体" panose="02010600030101010101" pitchFamily="2" charset="-122"/>
              </a:rPr>
              <a:t>完全替代投入要素技术</a:t>
            </a:r>
            <a:endParaRPr lang="en-US" altLang="zh-CN" dirty="0">
              <a:ea typeface="宋体" panose="02010600030101010101" pitchFamily="2" charset="-122"/>
            </a:endParaRPr>
          </a:p>
        </p:txBody>
      </p:sp>
      <p:grpSp>
        <p:nvGrpSpPr>
          <p:cNvPr id="51202" name="Group 5"/>
          <p:cNvGrpSpPr/>
          <p:nvPr/>
        </p:nvGrpSpPr>
        <p:grpSpPr>
          <a:xfrm>
            <a:off x="1476375" y="1833563"/>
            <a:ext cx="4095750" cy="3552825"/>
            <a:chOff x="930" y="1155"/>
            <a:chExt cx="2580" cy="2238"/>
          </a:xfrm>
        </p:grpSpPr>
        <p:sp>
          <p:nvSpPr>
            <p:cNvPr id="51203" name="Line 3"/>
            <p:cNvSpPr/>
            <p:nvPr/>
          </p:nvSpPr>
          <p:spPr>
            <a:xfrm>
              <a:off x="930" y="1155"/>
              <a:ext cx="0" cy="2235"/>
            </a:xfrm>
            <a:prstGeom prst="line">
              <a:avLst/>
            </a:prstGeom>
            <a:ln w="12700" cap="flat" cmpd="sng">
              <a:solidFill>
                <a:schemeClr val="tx1"/>
              </a:solidFill>
              <a:prstDash val="solid"/>
              <a:round/>
              <a:headEnd type="none" w="sm" len="sm"/>
              <a:tailEnd type="none" w="sm" len="sm"/>
            </a:ln>
          </p:spPr>
        </p:sp>
        <p:sp>
          <p:nvSpPr>
            <p:cNvPr id="51204" name="Line 4"/>
            <p:cNvSpPr/>
            <p:nvPr/>
          </p:nvSpPr>
          <p:spPr>
            <a:xfrm>
              <a:off x="930" y="3393"/>
              <a:ext cx="2580" cy="0"/>
            </a:xfrm>
            <a:prstGeom prst="line">
              <a:avLst/>
            </a:prstGeom>
            <a:ln w="12700" cap="flat" cmpd="sng">
              <a:solidFill>
                <a:schemeClr val="tx1"/>
              </a:solidFill>
              <a:prstDash val="solid"/>
              <a:round/>
              <a:headEnd type="none" w="sm" len="sm"/>
              <a:tailEnd type="none" w="sm" len="sm"/>
            </a:ln>
          </p:spPr>
        </p:sp>
      </p:grpSp>
      <p:sp>
        <p:nvSpPr>
          <p:cNvPr id="51205" name="Line 6"/>
          <p:cNvSpPr/>
          <p:nvPr/>
        </p:nvSpPr>
        <p:spPr>
          <a:xfrm>
            <a:off x="1470025" y="4395788"/>
            <a:ext cx="2695575" cy="984250"/>
          </a:xfrm>
          <a:prstGeom prst="line">
            <a:avLst/>
          </a:prstGeom>
          <a:ln w="50800" cap="flat" cmpd="sng">
            <a:solidFill>
              <a:srgbClr val="00FF00"/>
            </a:solidFill>
            <a:prstDash val="solid"/>
            <a:round/>
            <a:headEnd type="none" w="sm" len="sm"/>
            <a:tailEnd type="none" w="sm" len="sm"/>
          </a:ln>
        </p:spPr>
      </p:sp>
      <p:sp>
        <p:nvSpPr>
          <p:cNvPr id="51206" name="Rectangle 7"/>
          <p:cNvSpPr/>
          <p:nvPr/>
        </p:nvSpPr>
        <p:spPr>
          <a:xfrm>
            <a:off x="2811463" y="5405438"/>
            <a:ext cx="382587"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9</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51207" name="Rectangle 8"/>
          <p:cNvSpPr/>
          <p:nvPr/>
        </p:nvSpPr>
        <p:spPr>
          <a:xfrm>
            <a:off x="1073150" y="4619625"/>
            <a:ext cx="382588"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3</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51208" name="Rectangle 9"/>
          <p:cNvSpPr/>
          <p:nvPr/>
        </p:nvSpPr>
        <p:spPr>
          <a:xfrm>
            <a:off x="3992563" y="5405438"/>
            <a:ext cx="579437"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18</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51209" name="Rectangle 10"/>
          <p:cNvSpPr/>
          <p:nvPr/>
        </p:nvSpPr>
        <p:spPr>
          <a:xfrm>
            <a:off x="1073150" y="416083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6</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51210" name="Rectangle 11"/>
          <p:cNvSpPr/>
          <p:nvPr/>
        </p:nvSpPr>
        <p:spPr>
          <a:xfrm>
            <a:off x="4946650" y="5405438"/>
            <a:ext cx="57943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24</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51211" name="Rectangle 12"/>
          <p:cNvSpPr/>
          <p:nvPr/>
        </p:nvSpPr>
        <p:spPr>
          <a:xfrm>
            <a:off x="1073150" y="3721100"/>
            <a:ext cx="382588"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8</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51212" name="Rectangle 13"/>
          <p:cNvSpPr/>
          <p:nvPr/>
        </p:nvSpPr>
        <p:spPr>
          <a:xfrm>
            <a:off x="5521325" y="538003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51213" name="Rectangle 14"/>
          <p:cNvSpPr/>
          <p:nvPr/>
        </p:nvSpPr>
        <p:spPr>
          <a:xfrm>
            <a:off x="854075" y="1246188"/>
            <a:ext cx="5572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51214" name="Rectangle 15"/>
          <p:cNvSpPr/>
          <p:nvPr/>
        </p:nvSpPr>
        <p:spPr>
          <a:xfrm>
            <a:off x="3694113" y="1851025"/>
            <a:ext cx="253682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2"/>
                </a:solidFill>
                <a:latin typeface="Arial" panose="020B0604020202020204" pitchFamily="34" charset="0"/>
                <a:ea typeface="宋体" panose="02010600030101010101" pitchFamily="2" charset="-122"/>
              </a:rPr>
              <a:t>x</a:t>
            </a:r>
            <a:r>
              <a:rPr lang="en-US" altLang="zh-CN" baseline="-25000" dirty="0">
                <a:solidFill>
                  <a:schemeClr val="tx2"/>
                </a:solidFill>
                <a:latin typeface="Arial" panose="020B0604020202020204" pitchFamily="34" charset="0"/>
                <a:ea typeface="宋体" panose="02010600030101010101" pitchFamily="2" charset="-122"/>
              </a:rPr>
              <a:t>1</a:t>
            </a:r>
            <a:r>
              <a:rPr lang="en-US" altLang="zh-CN" dirty="0">
                <a:solidFill>
                  <a:schemeClr val="tx2"/>
                </a:solidFill>
                <a:latin typeface="Arial" panose="020B0604020202020204" pitchFamily="34" charset="0"/>
                <a:ea typeface="宋体" panose="02010600030101010101" pitchFamily="2" charset="-122"/>
              </a:rPr>
              <a:t> + 3x</a:t>
            </a:r>
            <a:r>
              <a:rPr lang="en-US" altLang="zh-CN" baseline="-25000" dirty="0">
                <a:solidFill>
                  <a:schemeClr val="tx2"/>
                </a:solidFill>
                <a:latin typeface="Arial" panose="020B0604020202020204" pitchFamily="34" charset="0"/>
                <a:ea typeface="宋体" panose="02010600030101010101" pitchFamily="2" charset="-122"/>
              </a:rPr>
              <a:t>2</a:t>
            </a:r>
            <a:r>
              <a:rPr lang="en-US" altLang="zh-CN" dirty="0">
                <a:solidFill>
                  <a:schemeClr val="tx2"/>
                </a:solidFill>
                <a:latin typeface="Arial" panose="020B0604020202020204" pitchFamily="34" charset="0"/>
                <a:ea typeface="宋体" panose="02010600030101010101" pitchFamily="2" charset="-122"/>
              </a:rPr>
              <a:t> = 18</a:t>
            </a:r>
            <a:endParaRPr lang="en-US" altLang="zh-CN" dirty="0">
              <a:solidFill>
                <a:schemeClr val="tx2"/>
              </a:solidFill>
              <a:latin typeface="Arial" panose="020B0604020202020204" pitchFamily="34" charset="0"/>
              <a:ea typeface="宋体" panose="02010600030101010101" pitchFamily="2" charset="-122"/>
            </a:endParaRPr>
          </a:p>
        </p:txBody>
      </p:sp>
      <p:sp>
        <p:nvSpPr>
          <p:cNvPr id="51215" name="Rectangle 16"/>
          <p:cNvSpPr/>
          <p:nvPr/>
        </p:nvSpPr>
        <p:spPr>
          <a:xfrm>
            <a:off x="4217988" y="2636838"/>
            <a:ext cx="25336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rgbClr val="00FF00"/>
                </a:solidFill>
                <a:latin typeface="Arial" panose="020B0604020202020204" pitchFamily="34" charset="0"/>
                <a:ea typeface="宋体" panose="02010600030101010101" pitchFamily="2" charset="-122"/>
              </a:rPr>
              <a:t>x</a:t>
            </a:r>
            <a:r>
              <a:rPr lang="en-US" altLang="zh-CN" baseline="-25000" dirty="0">
                <a:solidFill>
                  <a:srgbClr val="00FF00"/>
                </a:solidFill>
                <a:latin typeface="Arial" panose="020B0604020202020204" pitchFamily="34" charset="0"/>
                <a:ea typeface="宋体" panose="02010600030101010101" pitchFamily="2" charset="-122"/>
              </a:rPr>
              <a:t>1</a:t>
            </a:r>
            <a:r>
              <a:rPr lang="en-US" altLang="zh-CN" dirty="0">
                <a:solidFill>
                  <a:srgbClr val="00FF00"/>
                </a:solidFill>
                <a:latin typeface="Arial" panose="020B0604020202020204" pitchFamily="34" charset="0"/>
                <a:ea typeface="宋体" panose="02010600030101010101" pitchFamily="2" charset="-122"/>
              </a:rPr>
              <a:t> + 3x</a:t>
            </a:r>
            <a:r>
              <a:rPr lang="en-US" altLang="zh-CN" baseline="-25000" dirty="0">
                <a:solidFill>
                  <a:srgbClr val="00FF00"/>
                </a:solidFill>
                <a:latin typeface="Arial" panose="020B0604020202020204" pitchFamily="34" charset="0"/>
                <a:ea typeface="宋体" panose="02010600030101010101" pitchFamily="2" charset="-122"/>
              </a:rPr>
              <a:t>2</a:t>
            </a:r>
            <a:r>
              <a:rPr lang="en-US" altLang="zh-CN" dirty="0">
                <a:solidFill>
                  <a:srgbClr val="00FF00"/>
                </a:solidFill>
                <a:latin typeface="Arial" panose="020B0604020202020204" pitchFamily="34" charset="0"/>
                <a:ea typeface="宋体" panose="02010600030101010101" pitchFamily="2" charset="-122"/>
              </a:rPr>
              <a:t> = 36</a:t>
            </a:r>
            <a:endParaRPr lang="en-US" altLang="zh-CN" dirty="0">
              <a:solidFill>
                <a:srgbClr val="33CC33"/>
              </a:solidFill>
              <a:latin typeface="Arial" panose="020B0604020202020204" pitchFamily="34" charset="0"/>
              <a:ea typeface="宋体" panose="02010600030101010101" pitchFamily="2" charset="-122"/>
            </a:endParaRPr>
          </a:p>
        </p:txBody>
      </p:sp>
      <p:sp>
        <p:nvSpPr>
          <p:cNvPr id="51216" name="Rectangle 17"/>
          <p:cNvSpPr/>
          <p:nvPr/>
        </p:nvSpPr>
        <p:spPr>
          <a:xfrm>
            <a:off x="4979988" y="3422650"/>
            <a:ext cx="253682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hlink"/>
                </a:solidFill>
                <a:latin typeface="Arial" panose="020B0604020202020204" pitchFamily="34" charset="0"/>
                <a:ea typeface="宋体" panose="02010600030101010101" pitchFamily="2" charset="-122"/>
              </a:rPr>
              <a:t>x</a:t>
            </a:r>
            <a:r>
              <a:rPr lang="en-US" altLang="zh-CN" baseline="-25000" dirty="0">
                <a:solidFill>
                  <a:schemeClr val="hlink"/>
                </a:solidFill>
                <a:latin typeface="Arial" panose="020B0604020202020204" pitchFamily="34" charset="0"/>
                <a:ea typeface="宋体" panose="02010600030101010101" pitchFamily="2" charset="-122"/>
              </a:rPr>
              <a:t>1</a:t>
            </a:r>
            <a:r>
              <a:rPr lang="en-US" altLang="zh-CN" dirty="0">
                <a:solidFill>
                  <a:schemeClr val="hlink"/>
                </a:solidFill>
                <a:latin typeface="Arial" panose="020B0604020202020204" pitchFamily="34" charset="0"/>
                <a:ea typeface="宋体" panose="02010600030101010101" pitchFamily="2" charset="-122"/>
              </a:rPr>
              <a:t> + 3x</a:t>
            </a:r>
            <a:r>
              <a:rPr lang="en-US" altLang="zh-CN" baseline="-25000" dirty="0">
                <a:solidFill>
                  <a:schemeClr val="hlink"/>
                </a:solidFill>
                <a:latin typeface="Arial" panose="020B0604020202020204" pitchFamily="34" charset="0"/>
                <a:ea typeface="宋体" panose="02010600030101010101" pitchFamily="2" charset="-122"/>
              </a:rPr>
              <a:t>2</a:t>
            </a:r>
            <a:r>
              <a:rPr lang="en-US" altLang="zh-CN" dirty="0">
                <a:solidFill>
                  <a:schemeClr val="hlink"/>
                </a:solidFill>
                <a:latin typeface="Arial" panose="020B0604020202020204" pitchFamily="34" charset="0"/>
                <a:ea typeface="宋体" panose="02010600030101010101" pitchFamily="2" charset="-122"/>
              </a:rPr>
              <a:t> = 48</a:t>
            </a:r>
            <a:endParaRPr lang="en-US" altLang="zh-CN" dirty="0">
              <a:solidFill>
                <a:schemeClr val="hlink"/>
              </a:solidFill>
              <a:latin typeface="Arial" panose="020B0604020202020204" pitchFamily="34" charset="0"/>
              <a:ea typeface="宋体" panose="02010600030101010101" pitchFamily="2" charset="-122"/>
            </a:endParaRPr>
          </a:p>
        </p:txBody>
      </p:sp>
      <p:sp>
        <p:nvSpPr>
          <p:cNvPr id="51217" name="Arc 18"/>
          <p:cNvSpPr/>
          <p:nvPr/>
        </p:nvSpPr>
        <p:spPr>
          <a:xfrm>
            <a:off x="1673225" y="2168525"/>
            <a:ext cx="1924050" cy="2662238"/>
          </a:xfrm>
          <a:custGeom>
            <a:avLst/>
            <a:gdLst/>
            <a:ahLst/>
            <a:cxnLst>
              <a:cxn ang="0">
                <a:pos x="0" y="2147483646"/>
              </a:cxn>
              <a:cxn ang="0">
                <a:pos x="2147483646" y="0"/>
              </a:cxn>
              <a:cxn ang="0">
                <a:pos x="2147483646" y="2147483646"/>
              </a:cxn>
            </a:cxnLst>
            <a:pathLst>
              <a:path w="21600" h="21600" fill="none">
                <a:moveTo>
                  <a:pt x="0" y="21600"/>
                </a:moveTo>
                <a:cubicBezTo>
                  <a:pt x="0" y="9677"/>
                  <a:pt x="9659" y="9"/>
                  <a:pt x="21582" y="0"/>
                </a:cubicBezTo>
              </a:path>
              <a:path w="21600" h="21600" stroke="0">
                <a:moveTo>
                  <a:pt x="0" y="21600"/>
                </a:moveTo>
                <a:cubicBezTo>
                  <a:pt x="0" y="9677"/>
                  <a:pt x="9659" y="9"/>
                  <a:pt x="21582" y="0"/>
                </a:cubicBezTo>
                <a:lnTo>
                  <a:pt x="21600" y="21600"/>
                </a:lnTo>
                <a:lnTo>
                  <a:pt x="0" y="21600"/>
                </a:lnTo>
                <a:close/>
              </a:path>
            </a:pathLst>
          </a:custGeom>
          <a:noFill/>
          <a:ln w="12700" cap="rnd" cmpd="sng">
            <a:solidFill>
              <a:schemeClr val="tx1"/>
            </a:solidFill>
            <a:prstDash val="solid"/>
            <a:round/>
            <a:headEnd type="stealth" w="med" len="lg"/>
            <a:tailEnd type="none" w="sm" len="sm"/>
          </a:ln>
        </p:spPr>
        <p:txBody>
          <a:bodyPr/>
          <a:p>
            <a:endParaRPr lang="zh-CN" altLang="en-US"/>
          </a:p>
        </p:txBody>
      </p:sp>
      <p:sp>
        <p:nvSpPr>
          <p:cNvPr id="51218" name="Arc 19"/>
          <p:cNvSpPr/>
          <p:nvPr/>
        </p:nvSpPr>
        <p:spPr>
          <a:xfrm>
            <a:off x="2192338" y="2978150"/>
            <a:ext cx="1952625" cy="1649413"/>
          </a:xfrm>
          <a:custGeom>
            <a:avLst/>
            <a:gdLst/>
            <a:ahLst/>
            <a:cxnLst>
              <a:cxn ang="0">
                <a:pos x="0" y="2147483646"/>
              </a:cxn>
              <a:cxn ang="0">
                <a:pos x="2147483646" y="0"/>
              </a:cxn>
              <a:cxn ang="0">
                <a:pos x="2147483646" y="2147483646"/>
              </a:cxn>
            </a:cxnLst>
            <a:pathLst>
              <a:path w="21600" h="21600" fill="none">
                <a:moveTo>
                  <a:pt x="0" y="21600"/>
                </a:moveTo>
                <a:cubicBezTo>
                  <a:pt x="0" y="9677"/>
                  <a:pt x="9659" y="9"/>
                  <a:pt x="21582" y="0"/>
                </a:cubicBezTo>
              </a:path>
              <a:path w="21600" h="21600" stroke="0">
                <a:moveTo>
                  <a:pt x="0" y="21600"/>
                </a:moveTo>
                <a:cubicBezTo>
                  <a:pt x="0" y="9677"/>
                  <a:pt x="9659" y="9"/>
                  <a:pt x="21582" y="0"/>
                </a:cubicBezTo>
                <a:lnTo>
                  <a:pt x="21600" y="21600"/>
                </a:lnTo>
                <a:lnTo>
                  <a:pt x="0" y="21600"/>
                </a:lnTo>
                <a:close/>
              </a:path>
            </a:pathLst>
          </a:custGeom>
          <a:noFill/>
          <a:ln w="12700" cap="rnd" cmpd="sng">
            <a:solidFill>
              <a:schemeClr val="tx1"/>
            </a:solidFill>
            <a:prstDash val="solid"/>
            <a:round/>
            <a:headEnd type="stealth" w="med" len="lg"/>
            <a:tailEnd type="none" w="sm" len="sm"/>
          </a:ln>
        </p:spPr>
        <p:txBody>
          <a:bodyPr/>
          <a:p>
            <a:endParaRPr lang="zh-CN" altLang="en-US"/>
          </a:p>
        </p:txBody>
      </p:sp>
      <p:sp>
        <p:nvSpPr>
          <p:cNvPr id="51219" name="Arc 20"/>
          <p:cNvSpPr/>
          <p:nvPr/>
        </p:nvSpPr>
        <p:spPr>
          <a:xfrm>
            <a:off x="3232150" y="3716338"/>
            <a:ext cx="1627188" cy="854075"/>
          </a:xfrm>
          <a:custGeom>
            <a:avLst/>
            <a:gdLst/>
            <a:ahLst/>
            <a:cxnLst>
              <a:cxn ang="0">
                <a:pos x="0" y="2147483646"/>
              </a:cxn>
              <a:cxn ang="0">
                <a:pos x="2147483646" y="0"/>
              </a:cxn>
              <a:cxn ang="0">
                <a:pos x="2147483646" y="2147483646"/>
              </a:cxn>
            </a:cxnLst>
            <a:pathLst>
              <a:path w="21600" h="21600" fill="none">
                <a:moveTo>
                  <a:pt x="0" y="21600"/>
                </a:moveTo>
                <a:cubicBezTo>
                  <a:pt x="0" y="9678"/>
                  <a:pt x="9657" y="11"/>
                  <a:pt x="21579" y="0"/>
                </a:cubicBezTo>
              </a:path>
              <a:path w="21600" h="21600" stroke="0">
                <a:moveTo>
                  <a:pt x="0" y="21600"/>
                </a:moveTo>
                <a:cubicBezTo>
                  <a:pt x="0" y="9678"/>
                  <a:pt x="9657" y="11"/>
                  <a:pt x="21579" y="0"/>
                </a:cubicBezTo>
                <a:lnTo>
                  <a:pt x="21600" y="21600"/>
                </a:lnTo>
                <a:lnTo>
                  <a:pt x="0" y="21600"/>
                </a:lnTo>
                <a:close/>
              </a:path>
            </a:pathLst>
          </a:custGeom>
          <a:noFill/>
          <a:ln w="12700" cap="rnd" cmpd="sng">
            <a:solidFill>
              <a:schemeClr val="tx1"/>
            </a:solidFill>
            <a:prstDash val="solid"/>
            <a:round/>
            <a:headEnd type="stealth" w="med" len="lg"/>
            <a:tailEnd type="none" w="sm" len="sm"/>
          </a:ln>
        </p:spPr>
        <p:txBody>
          <a:bodyPr/>
          <a:p>
            <a:endParaRPr lang="zh-CN" altLang="en-US"/>
          </a:p>
        </p:txBody>
      </p:sp>
      <p:sp>
        <p:nvSpPr>
          <p:cNvPr id="51220" name="Rectangle 21"/>
          <p:cNvSpPr/>
          <p:nvPr/>
        </p:nvSpPr>
        <p:spPr>
          <a:xfrm>
            <a:off x="4217988" y="4303713"/>
            <a:ext cx="499586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All are linear and parallel</a:t>
            </a:r>
            <a:endParaRPr lang="en-US" altLang="zh-CN" dirty="0">
              <a:solidFill>
                <a:schemeClr val="tx1"/>
              </a:solidFill>
              <a:latin typeface="Arial" panose="020B0604020202020204" pitchFamily="34" charset="0"/>
              <a:ea typeface="宋体" panose="02010600030101010101" pitchFamily="2" charset="-122"/>
            </a:endParaRPr>
          </a:p>
        </p:txBody>
      </p:sp>
      <p:sp>
        <p:nvSpPr>
          <p:cNvPr id="51221" name="Line 22"/>
          <p:cNvSpPr/>
          <p:nvPr/>
        </p:nvSpPr>
        <p:spPr>
          <a:xfrm>
            <a:off x="1470025" y="3992563"/>
            <a:ext cx="3814763" cy="1392237"/>
          </a:xfrm>
          <a:prstGeom prst="line">
            <a:avLst/>
          </a:prstGeom>
          <a:ln w="50800" cap="flat" cmpd="sng">
            <a:solidFill>
              <a:schemeClr val="hlink"/>
            </a:solidFill>
            <a:prstDash val="solid"/>
            <a:round/>
            <a:headEnd type="none" w="sm" len="sm"/>
            <a:tailEnd type="none" w="sm" len="sm"/>
          </a:ln>
        </p:spPr>
      </p:sp>
      <p:sp>
        <p:nvSpPr>
          <p:cNvPr id="51222" name="Line 23"/>
          <p:cNvSpPr/>
          <p:nvPr/>
        </p:nvSpPr>
        <p:spPr>
          <a:xfrm>
            <a:off x="1470025" y="4827588"/>
            <a:ext cx="1527175" cy="557212"/>
          </a:xfrm>
          <a:prstGeom prst="line">
            <a:avLst/>
          </a:prstGeom>
          <a:ln w="50800" cap="flat" cmpd="sng">
            <a:solidFill>
              <a:srgbClr val="FFFF00"/>
            </a:solidFill>
            <a:prstDash val="solid"/>
            <a:round/>
            <a:headEnd type="none" w="sm" len="sm"/>
            <a:tailEnd type="none" w="sm" len="sm"/>
          </a:ln>
        </p:spPr>
      </p:sp>
      <p:graphicFrame>
        <p:nvGraphicFramePr>
          <p:cNvPr id="51223" name="Object 24"/>
          <p:cNvGraphicFramePr/>
          <p:nvPr/>
        </p:nvGraphicFramePr>
        <p:xfrm>
          <a:off x="5988050" y="1174750"/>
          <a:ext cx="2343150" cy="490538"/>
        </p:xfrm>
        <a:graphic>
          <a:graphicData uri="http://schemas.openxmlformats.org/presentationml/2006/ole">
            <mc:AlternateContent xmlns:mc="http://schemas.openxmlformats.org/markup-compatibility/2006">
              <mc:Choice xmlns:v="urn:schemas-microsoft-com:vml" Requires="v">
                <p:oleObj spid="_x0000_s3192" name="" r:id="rId1" imgW="1275715" imgH="283210" progId="Equation.2">
                  <p:embed/>
                </p:oleObj>
              </mc:Choice>
              <mc:Fallback>
                <p:oleObj name="" r:id="rId1" imgW="1275715" imgH="283210" progId="Equation.2">
                  <p:embed/>
                  <p:pic>
                    <p:nvPicPr>
                      <p:cNvPr id="0" name="图片 3191"/>
                      <p:cNvPicPr/>
                      <p:nvPr/>
                    </p:nvPicPr>
                    <p:blipFill>
                      <a:blip r:embed="rId2">
                        <a:clrChange>
                          <a:clrFrom>
                            <a:srgbClr val="000000"/>
                          </a:clrFrom>
                          <a:clrTo>
                            <a:srgbClr val="FFFF00"/>
                          </a:clrTo>
                        </a:clrChange>
                      </a:blip>
                      <a:stretch>
                        <a:fillRect/>
                      </a:stretch>
                    </p:blipFill>
                    <p:spPr>
                      <a:xfrm>
                        <a:off x="5988050" y="1174750"/>
                        <a:ext cx="2343150" cy="490538"/>
                      </a:xfrm>
                      <a:prstGeom prst="rect">
                        <a:avLst/>
                      </a:prstGeom>
                      <a:noFill/>
                      <a:ln w="38100">
                        <a:noFill/>
                        <a:miter/>
                      </a:ln>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sp>
        <p:nvSpPr>
          <p:cNvPr id="52226" name="Rectangle 3"/>
          <p:cNvSpPr>
            <a:spLocks noGrp="1"/>
          </p:cNvSpPr>
          <p:nvPr>
            <p:ph idx="1"/>
          </p:nvPr>
        </p:nvSpPr>
        <p:spPr>
          <a:xfrm>
            <a:off x="685800" y="2047875"/>
            <a:ext cx="7772400" cy="3986213"/>
          </a:xfrm>
          <a:ln/>
        </p:spPr>
        <p:txBody>
          <a:bodyPr vert="horz" wrap="square" lIns="92075" tIns="46038" rIns="92075" bIns="46038" anchor="t" anchorCtr="0"/>
          <a:p>
            <a:r>
              <a:rPr lang="en-US" altLang="zh-CN" dirty="0">
                <a:ea typeface="宋体" panose="02010600030101010101" pitchFamily="2" charset="-122"/>
              </a:rPr>
              <a:t>The </a:t>
            </a:r>
            <a:r>
              <a:rPr lang="en-US" altLang="zh-CN" dirty="0">
                <a:solidFill>
                  <a:srgbClr val="FFFF00"/>
                </a:solidFill>
                <a:ea typeface="宋体" panose="02010600030101010101" pitchFamily="2" charset="-122"/>
              </a:rPr>
              <a:t>marginal product of input i is the rate-of-change of the output level as the level of input i changes</a:t>
            </a:r>
            <a:r>
              <a:rPr lang="en-US" altLang="zh-CN" dirty="0">
                <a:ea typeface="宋体" panose="02010600030101010101" pitchFamily="2" charset="-122"/>
              </a:rPr>
              <a:t>, </a:t>
            </a:r>
            <a:r>
              <a:rPr lang="en-US" altLang="zh-CN" dirty="0">
                <a:solidFill>
                  <a:schemeClr val="hlink"/>
                </a:solidFill>
                <a:ea typeface="宋体" panose="02010600030101010101" pitchFamily="2" charset="-122"/>
              </a:rPr>
              <a:t>holding all other input levels fixed</a:t>
            </a:r>
            <a:r>
              <a:rPr lang="en-US" altLang="zh-CN" dirty="0">
                <a:ea typeface="宋体" panose="02010600030101010101" pitchFamily="2" charset="-122"/>
              </a:rPr>
              <a:t>.</a:t>
            </a:r>
            <a:endParaRPr lang="en-US" altLang="zh-CN" dirty="0">
              <a:ea typeface="宋体" panose="02010600030101010101" pitchFamily="2" charset="-122"/>
            </a:endParaRPr>
          </a:p>
          <a:p>
            <a:r>
              <a:rPr lang="en-US" altLang="zh-CN" dirty="0">
                <a:ea typeface="宋体" panose="02010600030101010101" pitchFamily="2" charset="-122"/>
              </a:rPr>
              <a:t>That is,</a:t>
            </a:r>
            <a:endParaRPr lang="en-US" altLang="zh-CN" dirty="0">
              <a:ea typeface="宋体" panose="02010600030101010101" pitchFamily="2" charset="-122"/>
            </a:endParaRPr>
          </a:p>
        </p:txBody>
      </p:sp>
      <p:graphicFrame>
        <p:nvGraphicFramePr>
          <p:cNvPr id="52227" name="Object 0"/>
          <p:cNvGraphicFramePr/>
          <p:nvPr/>
        </p:nvGraphicFramePr>
        <p:xfrm>
          <a:off x="2655888" y="1350963"/>
          <a:ext cx="2860675" cy="495300"/>
        </p:xfrm>
        <a:graphic>
          <a:graphicData uri="http://schemas.openxmlformats.org/presentationml/2006/ole">
            <mc:AlternateContent xmlns:mc="http://schemas.openxmlformats.org/markup-compatibility/2006">
              <mc:Choice xmlns:v="urn:schemas-microsoft-com:vml" Requires="v">
                <p:oleObj spid="_x0000_s3193" name="" r:id="rId1" imgW="1624330" imgH="283210" progId="Equation.2">
                  <p:embed/>
                </p:oleObj>
              </mc:Choice>
              <mc:Fallback>
                <p:oleObj name="" r:id="rId1" imgW="1624330" imgH="283210" progId="Equation.2">
                  <p:embed/>
                  <p:pic>
                    <p:nvPicPr>
                      <p:cNvPr id="0" name="图片 3192"/>
                      <p:cNvPicPr/>
                      <p:nvPr/>
                    </p:nvPicPr>
                    <p:blipFill>
                      <a:blip r:embed="rId2">
                        <a:clrChange>
                          <a:clrFrom>
                            <a:srgbClr val="000000"/>
                          </a:clrFrom>
                          <a:clrTo>
                            <a:srgbClr val="FFFF00"/>
                          </a:clrTo>
                        </a:clrChange>
                      </a:blip>
                      <a:stretch>
                        <a:fillRect/>
                      </a:stretch>
                    </p:blipFill>
                    <p:spPr>
                      <a:xfrm>
                        <a:off x="2655888" y="1350963"/>
                        <a:ext cx="2860675" cy="495300"/>
                      </a:xfrm>
                      <a:prstGeom prst="rect">
                        <a:avLst/>
                      </a:prstGeom>
                      <a:noFill/>
                      <a:ln w="38100">
                        <a:noFill/>
                        <a:miter/>
                      </a:ln>
                    </p:spPr>
                  </p:pic>
                </p:oleObj>
              </mc:Fallback>
            </mc:AlternateContent>
          </a:graphicData>
        </a:graphic>
      </p:graphicFrame>
      <p:graphicFrame>
        <p:nvGraphicFramePr>
          <p:cNvPr id="52228" name="Object 1"/>
          <p:cNvGraphicFramePr/>
          <p:nvPr/>
        </p:nvGraphicFramePr>
        <p:xfrm>
          <a:off x="3373438" y="4102100"/>
          <a:ext cx="2662237" cy="1493838"/>
        </p:xfrm>
        <a:graphic>
          <a:graphicData uri="http://schemas.openxmlformats.org/presentationml/2006/ole">
            <mc:AlternateContent xmlns:mc="http://schemas.openxmlformats.org/markup-compatibility/2006">
              <mc:Choice xmlns:v="urn:schemas-microsoft-com:vml" Requires="v">
                <p:oleObj spid="_x0000_s3195" name="" r:id="rId3" imgW="588010" imgH="335280" progId="Equation.3">
                  <p:embed/>
                </p:oleObj>
              </mc:Choice>
              <mc:Fallback>
                <p:oleObj name="" r:id="rId3" imgW="588010" imgH="335280" progId="Equation.3">
                  <p:embed/>
                  <p:pic>
                    <p:nvPicPr>
                      <p:cNvPr id="0" name="图片 3194"/>
                      <p:cNvPicPr/>
                      <p:nvPr/>
                    </p:nvPicPr>
                    <p:blipFill>
                      <a:blip r:embed="rId4">
                        <a:clrChange>
                          <a:clrFrom>
                            <a:srgbClr val="000000"/>
                          </a:clrFrom>
                          <a:clrTo>
                            <a:srgbClr val="FFFF00"/>
                          </a:clrTo>
                        </a:clrChange>
                      </a:blip>
                      <a:stretch>
                        <a:fillRect/>
                      </a:stretch>
                    </p:blipFill>
                    <p:spPr>
                      <a:xfrm>
                        <a:off x="3373438" y="4102100"/>
                        <a:ext cx="2662237" cy="1493838"/>
                      </a:xfrm>
                      <a:prstGeom prst="rect">
                        <a:avLst/>
                      </a:prstGeom>
                      <a:noFill/>
                      <a:ln w="38100">
                        <a:noFill/>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sp>
        <p:nvSpPr>
          <p:cNvPr id="53250" name="Rectangle 3"/>
          <p:cNvSpPr/>
          <p:nvPr/>
        </p:nvSpPr>
        <p:spPr>
          <a:xfrm>
            <a:off x="860425" y="1350963"/>
            <a:ext cx="12890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E.g. if</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3251" name="Object 4"/>
          <p:cNvGraphicFramePr/>
          <p:nvPr/>
        </p:nvGraphicFramePr>
        <p:xfrm>
          <a:off x="1944688" y="1811338"/>
          <a:ext cx="4273550" cy="635000"/>
        </p:xfrm>
        <a:graphic>
          <a:graphicData uri="http://schemas.openxmlformats.org/presentationml/2006/ole">
            <mc:AlternateContent xmlns:mc="http://schemas.openxmlformats.org/markup-compatibility/2006">
              <mc:Choice xmlns:v="urn:schemas-microsoft-com:vml" Requires="v">
                <p:oleObj spid="_x0000_s3194" name="" r:id="rId1" imgW="2433955" imgH="370205" progId="Equation.2">
                  <p:embed/>
                </p:oleObj>
              </mc:Choice>
              <mc:Fallback>
                <p:oleObj name="" r:id="rId1" imgW="2433955" imgH="370205" progId="Equation.2">
                  <p:embed/>
                  <p:pic>
                    <p:nvPicPr>
                      <p:cNvPr id="0" name="图片 3193"/>
                      <p:cNvPicPr/>
                      <p:nvPr/>
                    </p:nvPicPr>
                    <p:blipFill>
                      <a:blip r:embed="rId2">
                        <a:clrChange>
                          <a:clrFrom>
                            <a:srgbClr val="000000"/>
                          </a:clrFrom>
                          <a:clrTo>
                            <a:srgbClr val="FFFF00"/>
                          </a:clrTo>
                        </a:clrChange>
                      </a:blip>
                      <a:stretch>
                        <a:fillRect/>
                      </a:stretch>
                    </p:blipFill>
                    <p:spPr>
                      <a:xfrm>
                        <a:off x="1944688" y="1811338"/>
                        <a:ext cx="4273550" cy="635000"/>
                      </a:xfrm>
                      <a:prstGeom prst="rect">
                        <a:avLst/>
                      </a:prstGeom>
                      <a:noFill/>
                      <a:ln w="38100">
                        <a:noFill/>
                        <a:miter/>
                      </a:ln>
                    </p:spPr>
                  </p:pic>
                </p:oleObj>
              </mc:Fallback>
            </mc:AlternateContent>
          </a:graphicData>
        </a:graphic>
      </p:graphicFrame>
      <p:sp>
        <p:nvSpPr>
          <p:cNvPr id="53252" name="Rectangle 5"/>
          <p:cNvSpPr/>
          <p:nvPr/>
        </p:nvSpPr>
        <p:spPr>
          <a:xfrm>
            <a:off x="860425" y="2517775"/>
            <a:ext cx="7589838"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 the marginal product of input 1 is</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sp>
        <p:nvSpPr>
          <p:cNvPr id="54274" name="Rectangle 3"/>
          <p:cNvSpPr/>
          <p:nvPr/>
        </p:nvSpPr>
        <p:spPr>
          <a:xfrm>
            <a:off x="860425" y="1350963"/>
            <a:ext cx="12890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E.g. if</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4275" name="Object 4"/>
          <p:cNvGraphicFramePr/>
          <p:nvPr/>
        </p:nvGraphicFramePr>
        <p:xfrm>
          <a:off x="1944688" y="1811338"/>
          <a:ext cx="4273550" cy="635000"/>
        </p:xfrm>
        <a:graphic>
          <a:graphicData uri="http://schemas.openxmlformats.org/presentationml/2006/ole">
            <mc:AlternateContent xmlns:mc="http://schemas.openxmlformats.org/markup-compatibility/2006">
              <mc:Choice xmlns:v="urn:schemas-microsoft-com:vml" Requires="v">
                <p:oleObj spid="_x0000_s3196" name="" r:id="rId1" imgW="2433955" imgH="370205" progId="Equation.2">
                  <p:embed/>
                </p:oleObj>
              </mc:Choice>
              <mc:Fallback>
                <p:oleObj name="" r:id="rId1" imgW="2433955" imgH="370205" progId="Equation.2">
                  <p:embed/>
                  <p:pic>
                    <p:nvPicPr>
                      <p:cNvPr id="0" name="图片 3195"/>
                      <p:cNvPicPr/>
                      <p:nvPr/>
                    </p:nvPicPr>
                    <p:blipFill>
                      <a:blip r:embed="rId2">
                        <a:clrChange>
                          <a:clrFrom>
                            <a:srgbClr val="000000"/>
                          </a:clrFrom>
                          <a:clrTo>
                            <a:srgbClr val="FFFF00"/>
                          </a:clrTo>
                        </a:clrChange>
                      </a:blip>
                      <a:stretch>
                        <a:fillRect/>
                      </a:stretch>
                    </p:blipFill>
                    <p:spPr>
                      <a:xfrm>
                        <a:off x="1944688" y="1811338"/>
                        <a:ext cx="4273550" cy="635000"/>
                      </a:xfrm>
                      <a:prstGeom prst="rect">
                        <a:avLst/>
                      </a:prstGeom>
                      <a:noFill/>
                      <a:ln w="38100">
                        <a:noFill/>
                        <a:miter/>
                      </a:ln>
                    </p:spPr>
                  </p:pic>
                </p:oleObj>
              </mc:Fallback>
            </mc:AlternateContent>
          </a:graphicData>
        </a:graphic>
      </p:graphicFrame>
      <p:sp>
        <p:nvSpPr>
          <p:cNvPr id="54276" name="Rectangle 5"/>
          <p:cNvSpPr/>
          <p:nvPr/>
        </p:nvSpPr>
        <p:spPr>
          <a:xfrm>
            <a:off x="860425" y="2517775"/>
            <a:ext cx="7589838"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 the marginal product of input 1 is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4277" name="Object 6"/>
          <p:cNvGraphicFramePr/>
          <p:nvPr/>
        </p:nvGraphicFramePr>
        <p:xfrm>
          <a:off x="1665288" y="3098800"/>
          <a:ext cx="4538662" cy="1052513"/>
        </p:xfrm>
        <a:graphic>
          <a:graphicData uri="http://schemas.openxmlformats.org/presentationml/2006/ole">
            <mc:AlternateContent xmlns:mc="http://schemas.openxmlformats.org/markup-compatibility/2006">
              <mc:Choice xmlns:v="urn:schemas-microsoft-com:vml" Requires="v">
                <p:oleObj spid="_x0000_s3197" name="" r:id="rId3" imgW="2590800" imgH="622935" progId="Equation.2">
                  <p:embed/>
                </p:oleObj>
              </mc:Choice>
              <mc:Fallback>
                <p:oleObj name="" r:id="rId3" imgW="2590800" imgH="622935" progId="Equation.2">
                  <p:embed/>
                  <p:pic>
                    <p:nvPicPr>
                      <p:cNvPr id="0" name="图片 3196"/>
                      <p:cNvPicPr/>
                      <p:nvPr/>
                    </p:nvPicPr>
                    <p:blipFill>
                      <a:blip r:embed="rId4">
                        <a:clrChange>
                          <a:clrFrom>
                            <a:srgbClr val="000000"/>
                          </a:clrFrom>
                          <a:clrTo>
                            <a:srgbClr val="FFFF00"/>
                          </a:clrTo>
                        </a:clrChange>
                      </a:blip>
                      <a:stretch>
                        <a:fillRect/>
                      </a:stretch>
                    </p:blipFill>
                    <p:spPr>
                      <a:xfrm>
                        <a:off x="1665288" y="3098800"/>
                        <a:ext cx="4538662" cy="1052513"/>
                      </a:xfrm>
                      <a:prstGeom prst="rect">
                        <a:avLst/>
                      </a:prstGeom>
                      <a:noFill/>
                      <a:ln w="38100">
                        <a:noFill/>
                        <a:miter/>
                      </a:ln>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sp>
        <p:nvSpPr>
          <p:cNvPr id="55298" name="Rectangle 3"/>
          <p:cNvSpPr/>
          <p:nvPr/>
        </p:nvSpPr>
        <p:spPr>
          <a:xfrm>
            <a:off x="860425" y="1350963"/>
            <a:ext cx="12890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E.g. if</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5299" name="Object 4"/>
          <p:cNvGraphicFramePr/>
          <p:nvPr/>
        </p:nvGraphicFramePr>
        <p:xfrm>
          <a:off x="1944688" y="1811338"/>
          <a:ext cx="4273550" cy="635000"/>
        </p:xfrm>
        <a:graphic>
          <a:graphicData uri="http://schemas.openxmlformats.org/presentationml/2006/ole">
            <mc:AlternateContent xmlns:mc="http://schemas.openxmlformats.org/markup-compatibility/2006">
              <mc:Choice xmlns:v="urn:schemas-microsoft-com:vml" Requires="v">
                <p:oleObj spid="_x0000_s3200" name="" r:id="rId1" imgW="2433955" imgH="370205" progId="Equation.2">
                  <p:embed/>
                </p:oleObj>
              </mc:Choice>
              <mc:Fallback>
                <p:oleObj name="" r:id="rId1" imgW="2433955" imgH="370205" progId="Equation.2">
                  <p:embed/>
                  <p:pic>
                    <p:nvPicPr>
                      <p:cNvPr id="0" name="图片 3199"/>
                      <p:cNvPicPr/>
                      <p:nvPr/>
                    </p:nvPicPr>
                    <p:blipFill>
                      <a:blip r:embed="rId2">
                        <a:clrChange>
                          <a:clrFrom>
                            <a:srgbClr val="000000"/>
                          </a:clrFrom>
                          <a:clrTo>
                            <a:srgbClr val="FFFF00"/>
                          </a:clrTo>
                        </a:clrChange>
                      </a:blip>
                      <a:stretch>
                        <a:fillRect/>
                      </a:stretch>
                    </p:blipFill>
                    <p:spPr>
                      <a:xfrm>
                        <a:off x="1944688" y="1811338"/>
                        <a:ext cx="4273550" cy="635000"/>
                      </a:xfrm>
                      <a:prstGeom prst="rect">
                        <a:avLst/>
                      </a:prstGeom>
                      <a:noFill/>
                      <a:ln w="38100">
                        <a:noFill/>
                        <a:miter/>
                      </a:ln>
                    </p:spPr>
                  </p:pic>
                </p:oleObj>
              </mc:Fallback>
            </mc:AlternateContent>
          </a:graphicData>
        </a:graphic>
      </p:graphicFrame>
      <p:sp>
        <p:nvSpPr>
          <p:cNvPr id="55300" name="Rectangle 5"/>
          <p:cNvSpPr/>
          <p:nvPr/>
        </p:nvSpPr>
        <p:spPr>
          <a:xfrm>
            <a:off x="860425" y="2517775"/>
            <a:ext cx="7589838"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 the marginal product of input 1 is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5301" name="Object 6"/>
          <p:cNvGraphicFramePr/>
          <p:nvPr/>
        </p:nvGraphicFramePr>
        <p:xfrm>
          <a:off x="1665288" y="3098800"/>
          <a:ext cx="4538662" cy="1052513"/>
        </p:xfrm>
        <a:graphic>
          <a:graphicData uri="http://schemas.openxmlformats.org/presentationml/2006/ole">
            <mc:AlternateContent xmlns:mc="http://schemas.openxmlformats.org/markup-compatibility/2006">
              <mc:Choice xmlns:v="urn:schemas-microsoft-com:vml" Requires="v">
                <p:oleObj spid="_x0000_s3198" name="" r:id="rId3" imgW="2590800" imgH="622935" progId="Equation.2">
                  <p:embed/>
                </p:oleObj>
              </mc:Choice>
              <mc:Fallback>
                <p:oleObj name="" r:id="rId3" imgW="2590800" imgH="622935" progId="Equation.2">
                  <p:embed/>
                  <p:pic>
                    <p:nvPicPr>
                      <p:cNvPr id="0" name="图片 3197"/>
                      <p:cNvPicPr/>
                      <p:nvPr/>
                    </p:nvPicPr>
                    <p:blipFill>
                      <a:blip r:embed="rId4">
                        <a:clrChange>
                          <a:clrFrom>
                            <a:srgbClr val="000000"/>
                          </a:clrFrom>
                          <a:clrTo>
                            <a:srgbClr val="FFFF00"/>
                          </a:clrTo>
                        </a:clrChange>
                      </a:blip>
                      <a:stretch>
                        <a:fillRect/>
                      </a:stretch>
                    </p:blipFill>
                    <p:spPr>
                      <a:xfrm>
                        <a:off x="1665288" y="3098800"/>
                        <a:ext cx="4538662" cy="1052513"/>
                      </a:xfrm>
                      <a:prstGeom prst="rect">
                        <a:avLst/>
                      </a:prstGeom>
                      <a:noFill/>
                      <a:ln w="38100">
                        <a:noFill/>
                        <a:miter/>
                      </a:ln>
                    </p:spPr>
                  </p:pic>
                </p:oleObj>
              </mc:Fallback>
            </mc:AlternateContent>
          </a:graphicData>
        </a:graphic>
      </p:graphicFrame>
      <p:sp>
        <p:nvSpPr>
          <p:cNvPr id="55302" name="Rectangle 7"/>
          <p:cNvSpPr/>
          <p:nvPr/>
        </p:nvSpPr>
        <p:spPr>
          <a:xfrm>
            <a:off x="860425" y="4113213"/>
            <a:ext cx="745490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 the marginal product of input 2 is</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sp>
        <p:nvSpPr>
          <p:cNvPr id="56322" name="Rectangle 3"/>
          <p:cNvSpPr/>
          <p:nvPr/>
        </p:nvSpPr>
        <p:spPr>
          <a:xfrm>
            <a:off x="860425" y="1350963"/>
            <a:ext cx="12890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E.g. if</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6323" name="Object 4"/>
          <p:cNvGraphicFramePr/>
          <p:nvPr/>
        </p:nvGraphicFramePr>
        <p:xfrm>
          <a:off x="1944688" y="1811338"/>
          <a:ext cx="4273550" cy="635000"/>
        </p:xfrm>
        <a:graphic>
          <a:graphicData uri="http://schemas.openxmlformats.org/presentationml/2006/ole">
            <mc:AlternateContent xmlns:mc="http://schemas.openxmlformats.org/markup-compatibility/2006">
              <mc:Choice xmlns:v="urn:schemas-microsoft-com:vml" Requires="v">
                <p:oleObj spid="_x0000_s3199" name="" r:id="rId1" imgW="2433955" imgH="370205" progId="Equation.2">
                  <p:embed/>
                </p:oleObj>
              </mc:Choice>
              <mc:Fallback>
                <p:oleObj name="" r:id="rId1" imgW="2433955" imgH="370205" progId="Equation.2">
                  <p:embed/>
                  <p:pic>
                    <p:nvPicPr>
                      <p:cNvPr id="0" name="图片 3198"/>
                      <p:cNvPicPr/>
                      <p:nvPr/>
                    </p:nvPicPr>
                    <p:blipFill>
                      <a:blip r:embed="rId2">
                        <a:clrChange>
                          <a:clrFrom>
                            <a:srgbClr val="000000"/>
                          </a:clrFrom>
                          <a:clrTo>
                            <a:srgbClr val="FFFF00"/>
                          </a:clrTo>
                        </a:clrChange>
                      </a:blip>
                      <a:stretch>
                        <a:fillRect/>
                      </a:stretch>
                    </p:blipFill>
                    <p:spPr>
                      <a:xfrm>
                        <a:off x="1944688" y="1811338"/>
                        <a:ext cx="4273550" cy="635000"/>
                      </a:xfrm>
                      <a:prstGeom prst="rect">
                        <a:avLst/>
                      </a:prstGeom>
                      <a:noFill/>
                      <a:ln w="38100">
                        <a:noFill/>
                        <a:miter/>
                      </a:ln>
                    </p:spPr>
                  </p:pic>
                </p:oleObj>
              </mc:Fallback>
            </mc:AlternateContent>
          </a:graphicData>
        </a:graphic>
      </p:graphicFrame>
      <p:sp>
        <p:nvSpPr>
          <p:cNvPr id="56324" name="Rectangle 5"/>
          <p:cNvSpPr/>
          <p:nvPr/>
        </p:nvSpPr>
        <p:spPr>
          <a:xfrm>
            <a:off x="860425" y="2517775"/>
            <a:ext cx="7589838"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 the marginal product of input 1 is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6325" name="Object 6"/>
          <p:cNvGraphicFramePr/>
          <p:nvPr/>
        </p:nvGraphicFramePr>
        <p:xfrm>
          <a:off x="1665288" y="3098800"/>
          <a:ext cx="4538662" cy="1052513"/>
        </p:xfrm>
        <a:graphic>
          <a:graphicData uri="http://schemas.openxmlformats.org/presentationml/2006/ole">
            <mc:AlternateContent xmlns:mc="http://schemas.openxmlformats.org/markup-compatibility/2006">
              <mc:Choice xmlns:v="urn:schemas-microsoft-com:vml" Requires="v">
                <p:oleObj spid="_x0000_s3078" name="" r:id="rId3" imgW="2590800" imgH="622935" progId="Equation.2">
                  <p:embed/>
                </p:oleObj>
              </mc:Choice>
              <mc:Fallback>
                <p:oleObj name="" r:id="rId3" imgW="2590800" imgH="622935" progId="Equation.2">
                  <p:embed/>
                  <p:pic>
                    <p:nvPicPr>
                      <p:cNvPr id="0" name="图片 3077"/>
                      <p:cNvPicPr/>
                      <p:nvPr/>
                    </p:nvPicPr>
                    <p:blipFill>
                      <a:blip r:embed="rId4">
                        <a:clrChange>
                          <a:clrFrom>
                            <a:srgbClr val="000000"/>
                          </a:clrFrom>
                          <a:clrTo>
                            <a:srgbClr val="FFFF00"/>
                          </a:clrTo>
                        </a:clrChange>
                      </a:blip>
                      <a:stretch>
                        <a:fillRect/>
                      </a:stretch>
                    </p:blipFill>
                    <p:spPr>
                      <a:xfrm>
                        <a:off x="1665288" y="3098800"/>
                        <a:ext cx="4538662" cy="1052513"/>
                      </a:xfrm>
                      <a:prstGeom prst="rect">
                        <a:avLst/>
                      </a:prstGeom>
                      <a:noFill/>
                      <a:ln w="38100">
                        <a:noFill/>
                        <a:miter/>
                      </a:ln>
                    </p:spPr>
                  </p:pic>
                </p:oleObj>
              </mc:Fallback>
            </mc:AlternateContent>
          </a:graphicData>
        </a:graphic>
      </p:graphicFrame>
      <p:sp>
        <p:nvSpPr>
          <p:cNvPr id="56326" name="Rectangle 7"/>
          <p:cNvSpPr/>
          <p:nvPr/>
        </p:nvSpPr>
        <p:spPr>
          <a:xfrm>
            <a:off x="860425" y="4113213"/>
            <a:ext cx="745490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 the marginal product of input 2 is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6327" name="Object 8"/>
          <p:cNvGraphicFramePr/>
          <p:nvPr/>
        </p:nvGraphicFramePr>
        <p:xfrm>
          <a:off x="1620838" y="4670425"/>
          <a:ext cx="4667250" cy="1042988"/>
        </p:xfrm>
        <a:graphic>
          <a:graphicData uri="http://schemas.openxmlformats.org/presentationml/2006/ole">
            <mc:AlternateContent xmlns:mc="http://schemas.openxmlformats.org/markup-compatibility/2006">
              <mc:Choice xmlns:v="urn:schemas-microsoft-com:vml" Requires="v">
                <p:oleObj spid="_x0000_s3080" name="" r:id="rId5" imgW="2668905" imgH="622935" progId="Equation.2">
                  <p:embed/>
                </p:oleObj>
              </mc:Choice>
              <mc:Fallback>
                <p:oleObj name="" r:id="rId5" imgW="2668905" imgH="622935" progId="Equation.2">
                  <p:embed/>
                  <p:pic>
                    <p:nvPicPr>
                      <p:cNvPr id="0" name="图片 3079"/>
                      <p:cNvPicPr/>
                      <p:nvPr/>
                    </p:nvPicPr>
                    <p:blipFill>
                      <a:blip r:embed="rId6">
                        <a:clrChange>
                          <a:clrFrom>
                            <a:srgbClr val="000000"/>
                          </a:clrFrom>
                          <a:clrTo>
                            <a:srgbClr val="FFFF00"/>
                          </a:clrTo>
                        </a:clrChange>
                      </a:blip>
                      <a:stretch>
                        <a:fillRect/>
                      </a:stretch>
                    </p:blipFill>
                    <p:spPr>
                      <a:xfrm>
                        <a:off x="1620838" y="4670425"/>
                        <a:ext cx="4667250" cy="1042988"/>
                      </a:xfrm>
                      <a:prstGeom prst="rect">
                        <a:avLst/>
                      </a:prstGeom>
                      <a:noFill/>
                      <a:ln w="38100">
                        <a:noFill/>
                        <a:miter/>
                      </a:ln>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sp>
        <p:nvSpPr>
          <p:cNvPr id="57346" name="Rectangle 3"/>
          <p:cNvSpPr/>
          <p:nvPr/>
        </p:nvSpPr>
        <p:spPr>
          <a:xfrm>
            <a:off x="574675" y="1327150"/>
            <a:ext cx="7929563" cy="2062163"/>
          </a:xfrm>
          <a:prstGeom prst="rect">
            <a:avLst/>
          </a:prstGeom>
          <a:noFill/>
          <a:ln w="9525">
            <a:noFill/>
          </a:ln>
        </p:spPr>
        <p:txBody>
          <a:bodyPr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Typically the marginal product of one</a:t>
            </a:r>
            <a:endParaRPr lang="en-US" altLang="zh-CN" dirty="0">
              <a:solidFill>
                <a:schemeClr val="tx1"/>
              </a:solidFill>
              <a:latin typeface="Arial" panose="020B0604020202020204" pitchFamily="34" charset="0"/>
              <a:ea typeface="宋体" panose="02010600030101010101" pitchFamily="2" charset="-122"/>
            </a:endParaRPr>
          </a:p>
          <a:p>
            <a:pPr eaLnBrk="0" hangingPunct="0">
              <a:buSzTx/>
            </a:pPr>
            <a:r>
              <a:rPr lang="en-US" altLang="zh-CN" dirty="0">
                <a:solidFill>
                  <a:schemeClr val="tx1"/>
                </a:solidFill>
                <a:latin typeface="Arial" panose="020B0604020202020204" pitchFamily="34" charset="0"/>
                <a:ea typeface="宋体" panose="02010600030101010101" pitchFamily="2" charset="-122"/>
              </a:rPr>
              <a:t>input depends upon the amount used of other inputs</a:t>
            </a:r>
            <a:r>
              <a:rPr lang="zh-CN" altLang="en-US" dirty="0">
                <a:solidFill>
                  <a:schemeClr val="tx1"/>
                </a:solidFill>
                <a:latin typeface="Arial" panose="020B0604020202020204" pitchFamily="34" charset="0"/>
                <a:ea typeface="宋体" panose="02010600030101010101" pitchFamily="2" charset="-122"/>
              </a:rPr>
              <a:t>一种投入要素的边际产出取决于另一种要素的投入数量</a:t>
            </a:r>
            <a:r>
              <a:rPr lang="en-US" altLang="zh-CN" dirty="0">
                <a:solidFill>
                  <a:schemeClr val="tx1"/>
                </a:solidFill>
                <a:latin typeface="Arial" panose="020B0604020202020204" pitchFamily="34" charset="0"/>
                <a:ea typeface="宋体" panose="02010600030101010101" pitchFamily="2" charset="-122"/>
              </a:rPr>
              <a:t>.  E.g.  if </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7347" name="Object 4"/>
          <p:cNvGraphicFramePr/>
          <p:nvPr/>
        </p:nvGraphicFramePr>
        <p:xfrm>
          <a:off x="644525" y="3486150"/>
          <a:ext cx="3309938" cy="941388"/>
        </p:xfrm>
        <a:graphic>
          <a:graphicData uri="http://schemas.openxmlformats.org/presentationml/2006/ole">
            <mc:AlternateContent xmlns:mc="http://schemas.openxmlformats.org/markup-compatibility/2006">
              <mc:Choice xmlns:v="urn:schemas-microsoft-com:vml" Requires="v">
                <p:oleObj spid="_x0000_s3081" name="" r:id="rId1" imgW="1894205" imgH="561975" progId="Equation.2">
                  <p:embed/>
                </p:oleObj>
              </mc:Choice>
              <mc:Fallback>
                <p:oleObj name="" r:id="rId1" imgW="1894205" imgH="561975" progId="Equation.2">
                  <p:embed/>
                  <p:pic>
                    <p:nvPicPr>
                      <p:cNvPr id="0" name="图片 3080"/>
                      <p:cNvPicPr/>
                      <p:nvPr/>
                    </p:nvPicPr>
                    <p:blipFill>
                      <a:blip r:embed="rId2">
                        <a:clrChange>
                          <a:clrFrom>
                            <a:srgbClr val="000000"/>
                          </a:clrFrom>
                          <a:clrTo>
                            <a:srgbClr val="FFFF00"/>
                          </a:clrTo>
                        </a:clrChange>
                      </a:blip>
                      <a:stretch>
                        <a:fillRect/>
                      </a:stretch>
                    </p:blipFill>
                    <p:spPr>
                      <a:xfrm>
                        <a:off x="644525" y="3486150"/>
                        <a:ext cx="3309938" cy="941388"/>
                      </a:xfrm>
                      <a:prstGeom prst="rect">
                        <a:avLst/>
                      </a:prstGeom>
                      <a:noFill/>
                      <a:ln w="38100">
                        <a:noFill/>
                        <a:miter/>
                      </a:ln>
                    </p:spPr>
                  </p:pic>
                </p:oleObj>
              </mc:Fallback>
            </mc:AlternateContent>
          </a:graphicData>
        </a:graphic>
      </p:graphicFrame>
      <p:sp>
        <p:nvSpPr>
          <p:cNvPr id="57348" name="Rectangle 5"/>
          <p:cNvSpPr/>
          <p:nvPr/>
        </p:nvSpPr>
        <p:spPr>
          <a:xfrm>
            <a:off x="4668838" y="3597275"/>
            <a:ext cx="115570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7349" name="Object 6"/>
          <p:cNvGraphicFramePr/>
          <p:nvPr/>
        </p:nvGraphicFramePr>
        <p:xfrm>
          <a:off x="2762250" y="4262438"/>
          <a:ext cx="5065713" cy="922337"/>
        </p:xfrm>
        <a:graphic>
          <a:graphicData uri="http://schemas.openxmlformats.org/presentationml/2006/ole">
            <mc:AlternateContent xmlns:mc="http://schemas.openxmlformats.org/markup-compatibility/2006">
              <mc:Choice xmlns:v="urn:schemas-microsoft-com:vml" Requires="v">
                <p:oleObj spid="_x0000_s3079" name="" r:id="rId3" imgW="2912745" imgH="561975" progId="Equation.2">
                  <p:embed/>
                </p:oleObj>
              </mc:Choice>
              <mc:Fallback>
                <p:oleObj name="" r:id="rId3" imgW="2912745" imgH="561975" progId="Equation.2">
                  <p:embed/>
                  <p:pic>
                    <p:nvPicPr>
                      <p:cNvPr id="0" name="图片 3078"/>
                      <p:cNvPicPr/>
                      <p:nvPr/>
                    </p:nvPicPr>
                    <p:blipFill>
                      <a:blip r:embed="rId4">
                        <a:clrChange>
                          <a:clrFrom>
                            <a:srgbClr val="000000"/>
                          </a:clrFrom>
                          <a:clrTo>
                            <a:srgbClr val="FFFF00"/>
                          </a:clrTo>
                        </a:clrChange>
                      </a:blip>
                      <a:stretch>
                        <a:fillRect/>
                      </a:stretch>
                    </p:blipFill>
                    <p:spPr>
                      <a:xfrm>
                        <a:off x="2762250" y="4262438"/>
                        <a:ext cx="5065713" cy="922337"/>
                      </a:xfrm>
                      <a:prstGeom prst="rect">
                        <a:avLst/>
                      </a:prstGeom>
                      <a:noFill/>
                      <a:ln w="38100">
                        <a:noFill/>
                        <a:miter/>
                      </a:ln>
                    </p:spPr>
                  </p:pic>
                </p:oleObj>
              </mc:Fallback>
            </mc:AlternateContent>
          </a:graphicData>
        </a:graphic>
      </p:graphicFrame>
      <p:sp>
        <p:nvSpPr>
          <p:cNvPr id="57350" name="Rectangle 7"/>
          <p:cNvSpPr/>
          <p:nvPr/>
        </p:nvSpPr>
        <p:spPr>
          <a:xfrm>
            <a:off x="661988" y="5064125"/>
            <a:ext cx="3640137"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 if x</a:t>
            </a:r>
            <a:r>
              <a:rPr lang="en-US" altLang="zh-CN" baseline="-25000" dirty="0">
                <a:solidFill>
                  <a:schemeClr val="tx1"/>
                </a:solidFill>
                <a:latin typeface="Arial" panose="020B0604020202020204" pitchFamily="34" charset="0"/>
                <a:ea typeface="宋体" panose="02010600030101010101" pitchFamily="2" charset="-122"/>
              </a:rPr>
              <a:t>2</a:t>
            </a:r>
            <a:r>
              <a:rPr lang="en-US" altLang="zh-CN" dirty="0">
                <a:solidFill>
                  <a:schemeClr val="tx1"/>
                </a:solidFill>
                <a:latin typeface="Arial" panose="020B0604020202020204" pitchFamily="34" charset="0"/>
                <a:ea typeface="宋体" panose="02010600030101010101" pitchFamily="2" charset="-122"/>
              </a:rPr>
              <a:t> = 27 then</a:t>
            </a:r>
            <a:endParaRPr lang="en-US" altLang="zh-CN" dirty="0">
              <a:solidFill>
                <a:schemeClr val="tx1"/>
              </a:solidFill>
              <a:latin typeface="Arial" panose="020B0604020202020204" pitchFamily="34" charset="0"/>
              <a:ea typeface="宋体" panose="02010600030101010101" pitchFamily="2" charset="-122"/>
            </a:endParaRPr>
          </a:p>
        </p:txBody>
      </p:sp>
      <p:sp>
        <p:nvSpPr>
          <p:cNvPr id="57351" name="Rectangle 8"/>
          <p:cNvSpPr/>
          <p:nvPr/>
        </p:nvSpPr>
        <p:spPr>
          <a:xfrm>
            <a:off x="682625" y="4435475"/>
            <a:ext cx="17208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if x</a:t>
            </a:r>
            <a:r>
              <a:rPr lang="en-US" altLang="zh-CN" baseline="-25000" dirty="0">
                <a:solidFill>
                  <a:schemeClr val="tx1"/>
                </a:solidFill>
                <a:latin typeface="Arial" panose="020B0604020202020204" pitchFamily="34" charset="0"/>
                <a:ea typeface="宋体" panose="02010600030101010101" pitchFamily="2" charset="-122"/>
              </a:rPr>
              <a:t>2</a:t>
            </a:r>
            <a:r>
              <a:rPr lang="en-US" altLang="zh-CN" dirty="0">
                <a:solidFill>
                  <a:schemeClr val="tx1"/>
                </a:solidFill>
                <a:latin typeface="Arial" panose="020B0604020202020204" pitchFamily="34" charset="0"/>
                <a:ea typeface="宋体" panose="02010600030101010101" pitchFamily="2" charset="-122"/>
              </a:rPr>
              <a:t> = 8,</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7352" name="Object 9"/>
          <p:cNvGraphicFramePr/>
          <p:nvPr/>
        </p:nvGraphicFramePr>
        <p:xfrm>
          <a:off x="2692400" y="5535613"/>
          <a:ext cx="5343525" cy="912812"/>
        </p:xfrm>
        <a:graphic>
          <a:graphicData uri="http://schemas.openxmlformats.org/presentationml/2006/ole">
            <mc:AlternateContent xmlns:mc="http://schemas.openxmlformats.org/markup-compatibility/2006">
              <mc:Choice xmlns:v="urn:schemas-microsoft-com:vml" Requires="v">
                <p:oleObj spid="_x0000_s3082" name="" r:id="rId5" imgW="3078480" imgH="561975" progId="Equation.2">
                  <p:embed/>
                </p:oleObj>
              </mc:Choice>
              <mc:Fallback>
                <p:oleObj name="" r:id="rId5" imgW="3078480" imgH="561975" progId="Equation.2">
                  <p:embed/>
                  <p:pic>
                    <p:nvPicPr>
                      <p:cNvPr id="0" name="图片 3081"/>
                      <p:cNvPicPr/>
                      <p:nvPr/>
                    </p:nvPicPr>
                    <p:blipFill>
                      <a:blip r:embed="rId6">
                        <a:clrChange>
                          <a:clrFrom>
                            <a:srgbClr val="000000"/>
                          </a:clrFrom>
                          <a:clrTo>
                            <a:srgbClr val="FFFF00"/>
                          </a:clrTo>
                        </a:clrChange>
                      </a:blip>
                      <a:stretch>
                        <a:fillRect/>
                      </a:stretch>
                    </p:blipFill>
                    <p:spPr>
                      <a:xfrm>
                        <a:off x="2692400" y="5535613"/>
                        <a:ext cx="5343525" cy="912812"/>
                      </a:xfrm>
                      <a:prstGeom prst="rect">
                        <a:avLst/>
                      </a:prstGeom>
                      <a:noFill/>
                      <a:ln w="38100">
                        <a:noFill/>
                        <a:miter/>
                      </a:ln>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sp>
        <p:nvSpPr>
          <p:cNvPr id="58370"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The marginal product of input i is </a:t>
            </a:r>
            <a:r>
              <a:rPr lang="en-US" altLang="zh-CN" dirty="0">
                <a:solidFill>
                  <a:srgbClr val="FFFF00"/>
                </a:solidFill>
                <a:ea typeface="宋体" panose="02010600030101010101" pitchFamily="2" charset="-122"/>
              </a:rPr>
              <a:t>diminishing</a:t>
            </a:r>
            <a:r>
              <a:rPr lang="zh-CN" altLang="en-US" dirty="0">
                <a:solidFill>
                  <a:srgbClr val="FFFF00"/>
                </a:solidFill>
                <a:ea typeface="宋体" panose="02010600030101010101" pitchFamily="2" charset="-122"/>
              </a:rPr>
              <a:t>要素的边际产出递减</a:t>
            </a:r>
            <a:r>
              <a:rPr lang="en-US" altLang="zh-CN" dirty="0">
                <a:ea typeface="宋体" panose="02010600030101010101" pitchFamily="2" charset="-122"/>
              </a:rPr>
              <a:t> if it becomes smaller as the level of input i increases.  That is, if</a:t>
            </a:r>
            <a:endParaRPr lang="en-US" altLang="zh-CN" dirty="0">
              <a:ea typeface="宋体" panose="02010600030101010101" pitchFamily="2" charset="-122"/>
            </a:endParaRPr>
          </a:p>
        </p:txBody>
      </p:sp>
      <p:graphicFrame>
        <p:nvGraphicFramePr>
          <p:cNvPr id="58371" name="Object 4"/>
          <p:cNvGraphicFramePr/>
          <p:nvPr/>
        </p:nvGraphicFramePr>
        <p:xfrm>
          <a:off x="2135188" y="3735388"/>
          <a:ext cx="5413375" cy="1206500"/>
        </p:xfrm>
        <a:graphic>
          <a:graphicData uri="http://schemas.openxmlformats.org/presentationml/2006/ole">
            <mc:AlternateContent xmlns:mc="http://schemas.openxmlformats.org/markup-compatibility/2006">
              <mc:Choice xmlns:v="urn:schemas-microsoft-com:vml" Requires="v">
                <p:oleObj spid="_x0000_s3076" name="" r:id="rId1" imgW="1580515" imgH="370205" progId="Equation.3">
                  <p:embed/>
                </p:oleObj>
              </mc:Choice>
              <mc:Fallback>
                <p:oleObj name="" r:id="rId1" imgW="1580515" imgH="370205" progId="Equation.3">
                  <p:embed/>
                  <p:pic>
                    <p:nvPicPr>
                      <p:cNvPr id="0" name="图片 3075"/>
                      <p:cNvPicPr/>
                      <p:nvPr/>
                    </p:nvPicPr>
                    <p:blipFill>
                      <a:blip r:embed="rId2">
                        <a:clrChange>
                          <a:clrFrom>
                            <a:srgbClr val="000000"/>
                          </a:clrFrom>
                          <a:clrTo>
                            <a:srgbClr val="FFFF00"/>
                          </a:clrTo>
                        </a:clrChange>
                      </a:blip>
                      <a:stretch>
                        <a:fillRect/>
                      </a:stretch>
                    </p:blipFill>
                    <p:spPr>
                      <a:xfrm>
                        <a:off x="2135188" y="3735388"/>
                        <a:ext cx="5413375" cy="1206500"/>
                      </a:xfrm>
                      <a:prstGeom prst="rect">
                        <a:avLst/>
                      </a:prstGeom>
                      <a:noFill/>
                      <a:ln w="38100">
                        <a:noFill/>
                        <a:miter/>
                      </a:ln>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graphicFrame>
        <p:nvGraphicFramePr>
          <p:cNvPr id="59394" name="Object 3"/>
          <p:cNvGraphicFramePr/>
          <p:nvPr/>
        </p:nvGraphicFramePr>
        <p:xfrm>
          <a:off x="677863" y="1900238"/>
          <a:ext cx="3311525" cy="941387"/>
        </p:xfrm>
        <a:graphic>
          <a:graphicData uri="http://schemas.openxmlformats.org/presentationml/2006/ole">
            <mc:AlternateContent xmlns:mc="http://schemas.openxmlformats.org/markup-compatibility/2006">
              <mc:Choice xmlns:v="urn:schemas-microsoft-com:vml" Requires="v">
                <p:oleObj spid="_x0000_s3083" name="" r:id="rId1" imgW="1894205" imgH="561975" progId="Equation.2">
                  <p:embed/>
                </p:oleObj>
              </mc:Choice>
              <mc:Fallback>
                <p:oleObj name="" r:id="rId1" imgW="1894205" imgH="561975" progId="Equation.2">
                  <p:embed/>
                  <p:pic>
                    <p:nvPicPr>
                      <p:cNvPr id="0" name="图片 3082"/>
                      <p:cNvPicPr/>
                      <p:nvPr/>
                    </p:nvPicPr>
                    <p:blipFill>
                      <a:blip r:embed="rId2">
                        <a:clrChange>
                          <a:clrFrom>
                            <a:srgbClr val="000000"/>
                          </a:clrFrom>
                          <a:clrTo>
                            <a:srgbClr val="FFFF00"/>
                          </a:clrTo>
                        </a:clrChange>
                      </a:blip>
                      <a:stretch>
                        <a:fillRect/>
                      </a:stretch>
                    </p:blipFill>
                    <p:spPr>
                      <a:xfrm>
                        <a:off x="677863" y="1900238"/>
                        <a:ext cx="3311525" cy="941387"/>
                      </a:xfrm>
                      <a:prstGeom prst="rect">
                        <a:avLst/>
                      </a:prstGeom>
                      <a:noFill/>
                      <a:ln w="38100">
                        <a:noFill/>
                        <a:miter/>
                      </a:ln>
                    </p:spPr>
                  </p:pic>
                </p:oleObj>
              </mc:Fallback>
            </mc:AlternateContent>
          </a:graphicData>
        </a:graphic>
      </p:graphicFrame>
      <p:graphicFrame>
        <p:nvGraphicFramePr>
          <p:cNvPr id="59395" name="Object 4"/>
          <p:cNvGraphicFramePr/>
          <p:nvPr/>
        </p:nvGraphicFramePr>
        <p:xfrm>
          <a:off x="5340350" y="1909763"/>
          <a:ext cx="3251200" cy="922337"/>
        </p:xfrm>
        <a:graphic>
          <a:graphicData uri="http://schemas.openxmlformats.org/presentationml/2006/ole">
            <mc:AlternateContent xmlns:mc="http://schemas.openxmlformats.org/markup-compatibility/2006">
              <mc:Choice xmlns:v="urn:schemas-microsoft-com:vml" Requires="v">
                <p:oleObj spid="_x0000_s3077" name="" r:id="rId3" imgW="1868170" imgH="561975" progId="Equation.2">
                  <p:embed/>
                </p:oleObj>
              </mc:Choice>
              <mc:Fallback>
                <p:oleObj name="" r:id="rId3" imgW="1868170" imgH="561975" progId="Equation.2">
                  <p:embed/>
                  <p:pic>
                    <p:nvPicPr>
                      <p:cNvPr id="0" name="图片 3076"/>
                      <p:cNvPicPr/>
                      <p:nvPr/>
                    </p:nvPicPr>
                    <p:blipFill>
                      <a:blip r:embed="rId4">
                        <a:clrChange>
                          <a:clrFrom>
                            <a:srgbClr val="000000"/>
                          </a:clrFrom>
                          <a:clrTo>
                            <a:srgbClr val="FFFF00"/>
                          </a:clrTo>
                        </a:clrChange>
                      </a:blip>
                      <a:stretch>
                        <a:fillRect/>
                      </a:stretch>
                    </p:blipFill>
                    <p:spPr>
                      <a:xfrm>
                        <a:off x="5340350" y="1909763"/>
                        <a:ext cx="3251200" cy="922337"/>
                      </a:xfrm>
                      <a:prstGeom prst="rect">
                        <a:avLst/>
                      </a:prstGeom>
                      <a:noFill/>
                      <a:ln w="38100">
                        <a:noFill/>
                        <a:miter/>
                      </a:ln>
                    </p:spPr>
                  </p:pic>
                </p:oleObj>
              </mc:Fallback>
            </mc:AlternateContent>
          </a:graphicData>
        </a:graphic>
      </p:graphicFrame>
      <p:sp>
        <p:nvSpPr>
          <p:cNvPr id="59396" name="Rectangle 5"/>
          <p:cNvSpPr/>
          <p:nvPr/>
        </p:nvSpPr>
        <p:spPr>
          <a:xfrm>
            <a:off x="4217988" y="2089150"/>
            <a:ext cx="90646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a:t>
            </a:r>
            <a:endParaRPr lang="en-US" altLang="zh-CN" dirty="0">
              <a:solidFill>
                <a:schemeClr val="tx1"/>
              </a:solidFill>
              <a:latin typeface="Arial" panose="020B0604020202020204" pitchFamily="34" charset="0"/>
              <a:ea typeface="宋体" panose="02010600030101010101" pitchFamily="2" charset="-122"/>
            </a:endParaRPr>
          </a:p>
        </p:txBody>
      </p:sp>
      <p:sp>
        <p:nvSpPr>
          <p:cNvPr id="59397" name="Rectangle 6"/>
          <p:cNvSpPr/>
          <p:nvPr/>
        </p:nvSpPr>
        <p:spPr>
          <a:xfrm>
            <a:off x="574675" y="1303338"/>
            <a:ext cx="12890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E.g. if</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59398" name="Object 7"/>
          <p:cNvGraphicFramePr/>
          <p:nvPr/>
        </p:nvGraphicFramePr>
        <p:xfrm>
          <a:off x="2282825" y="1239838"/>
          <a:ext cx="2233613" cy="625475"/>
        </p:xfrm>
        <a:graphic>
          <a:graphicData uri="http://schemas.openxmlformats.org/presentationml/2006/ole">
            <mc:AlternateContent xmlns:mc="http://schemas.openxmlformats.org/markup-compatibility/2006">
              <mc:Choice xmlns:v="urn:schemas-microsoft-com:vml" Requires="v">
                <p:oleObj spid="_x0000_s3084" name="" r:id="rId5" imgW="1275715" imgH="370205" progId="Equation.2">
                  <p:embed/>
                </p:oleObj>
              </mc:Choice>
              <mc:Fallback>
                <p:oleObj name="" r:id="rId5" imgW="1275715" imgH="370205" progId="Equation.2">
                  <p:embed/>
                  <p:pic>
                    <p:nvPicPr>
                      <p:cNvPr id="0" name="图片 3083"/>
                      <p:cNvPicPr/>
                      <p:nvPr/>
                    </p:nvPicPr>
                    <p:blipFill>
                      <a:blip r:embed="rId6">
                        <a:clrChange>
                          <a:clrFrom>
                            <a:srgbClr val="000000"/>
                          </a:clrFrom>
                          <a:clrTo>
                            <a:srgbClr val="FFFF00"/>
                          </a:clrTo>
                        </a:clrChange>
                      </a:blip>
                      <a:stretch>
                        <a:fillRect/>
                      </a:stretch>
                    </p:blipFill>
                    <p:spPr>
                      <a:xfrm>
                        <a:off x="2282825" y="1239838"/>
                        <a:ext cx="2233613" cy="625475"/>
                      </a:xfrm>
                      <a:prstGeom prst="rect">
                        <a:avLst/>
                      </a:prstGeom>
                      <a:noFill/>
                      <a:ln w="38100">
                        <a:noFill/>
                        <a:miter/>
                      </a:ln>
                    </p:spPr>
                  </p:pic>
                </p:oleObj>
              </mc:Fallback>
            </mc:AlternateContent>
          </a:graphicData>
        </a:graphic>
      </p:graphicFrame>
      <p:sp>
        <p:nvSpPr>
          <p:cNvPr id="59399" name="Rectangle 8"/>
          <p:cNvSpPr/>
          <p:nvPr/>
        </p:nvSpPr>
        <p:spPr>
          <a:xfrm>
            <a:off x="4889500" y="1303338"/>
            <a:ext cx="10398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graphicFrame>
        <p:nvGraphicFramePr>
          <p:cNvPr id="60418" name="Object 5"/>
          <p:cNvGraphicFramePr/>
          <p:nvPr/>
        </p:nvGraphicFramePr>
        <p:xfrm>
          <a:off x="677863" y="1900238"/>
          <a:ext cx="3311525" cy="941387"/>
        </p:xfrm>
        <a:graphic>
          <a:graphicData uri="http://schemas.openxmlformats.org/presentationml/2006/ole">
            <mc:AlternateContent xmlns:mc="http://schemas.openxmlformats.org/markup-compatibility/2006">
              <mc:Choice xmlns:v="urn:schemas-microsoft-com:vml" Requires="v">
                <p:oleObj spid="_x0000_s3085" name="" r:id="rId1" imgW="1894205" imgH="561975" progId="Equation.2">
                  <p:embed/>
                </p:oleObj>
              </mc:Choice>
              <mc:Fallback>
                <p:oleObj name="" r:id="rId1" imgW="1894205" imgH="561975" progId="Equation.2">
                  <p:embed/>
                  <p:pic>
                    <p:nvPicPr>
                      <p:cNvPr id="0" name="图片 3084"/>
                      <p:cNvPicPr/>
                      <p:nvPr/>
                    </p:nvPicPr>
                    <p:blipFill>
                      <a:blip r:embed="rId2">
                        <a:clrChange>
                          <a:clrFrom>
                            <a:srgbClr val="000000"/>
                          </a:clrFrom>
                          <a:clrTo>
                            <a:srgbClr val="FFFF00"/>
                          </a:clrTo>
                        </a:clrChange>
                      </a:blip>
                      <a:stretch>
                        <a:fillRect/>
                      </a:stretch>
                    </p:blipFill>
                    <p:spPr>
                      <a:xfrm>
                        <a:off x="677863" y="1900238"/>
                        <a:ext cx="3311525" cy="941387"/>
                      </a:xfrm>
                      <a:prstGeom prst="rect">
                        <a:avLst/>
                      </a:prstGeom>
                      <a:noFill/>
                      <a:ln w="38100">
                        <a:noFill/>
                        <a:miter/>
                      </a:ln>
                    </p:spPr>
                  </p:pic>
                </p:oleObj>
              </mc:Fallback>
            </mc:AlternateContent>
          </a:graphicData>
        </a:graphic>
      </p:graphicFrame>
      <p:graphicFrame>
        <p:nvGraphicFramePr>
          <p:cNvPr id="60419" name="Object 6"/>
          <p:cNvGraphicFramePr/>
          <p:nvPr/>
        </p:nvGraphicFramePr>
        <p:xfrm>
          <a:off x="5340350" y="1909763"/>
          <a:ext cx="3251200" cy="922337"/>
        </p:xfrm>
        <a:graphic>
          <a:graphicData uri="http://schemas.openxmlformats.org/presentationml/2006/ole">
            <mc:AlternateContent xmlns:mc="http://schemas.openxmlformats.org/markup-compatibility/2006">
              <mc:Choice xmlns:v="urn:schemas-microsoft-com:vml" Requires="v">
                <p:oleObj spid="_x0000_s3088" name="" r:id="rId3" imgW="1868170" imgH="561975" progId="Equation.2">
                  <p:embed/>
                </p:oleObj>
              </mc:Choice>
              <mc:Fallback>
                <p:oleObj name="" r:id="rId3" imgW="1868170" imgH="561975" progId="Equation.2">
                  <p:embed/>
                  <p:pic>
                    <p:nvPicPr>
                      <p:cNvPr id="0" name="图片 3087"/>
                      <p:cNvPicPr/>
                      <p:nvPr/>
                    </p:nvPicPr>
                    <p:blipFill>
                      <a:blip r:embed="rId4">
                        <a:clrChange>
                          <a:clrFrom>
                            <a:srgbClr val="000000"/>
                          </a:clrFrom>
                          <a:clrTo>
                            <a:srgbClr val="FFFF00"/>
                          </a:clrTo>
                        </a:clrChange>
                      </a:blip>
                      <a:stretch>
                        <a:fillRect/>
                      </a:stretch>
                    </p:blipFill>
                    <p:spPr>
                      <a:xfrm>
                        <a:off x="5340350" y="1909763"/>
                        <a:ext cx="3251200" cy="922337"/>
                      </a:xfrm>
                      <a:prstGeom prst="rect">
                        <a:avLst/>
                      </a:prstGeom>
                      <a:noFill/>
                      <a:ln w="38100">
                        <a:noFill/>
                        <a:miter/>
                      </a:ln>
                    </p:spPr>
                  </p:pic>
                </p:oleObj>
              </mc:Fallback>
            </mc:AlternateContent>
          </a:graphicData>
        </a:graphic>
      </p:graphicFrame>
      <p:sp>
        <p:nvSpPr>
          <p:cNvPr id="60420" name="Rectangle 7"/>
          <p:cNvSpPr/>
          <p:nvPr/>
        </p:nvSpPr>
        <p:spPr>
          <a:xfrm>
            <a:off x="4217988" y="2089150"/>
            <a:ext cx="90646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a:t>
            </a:r>
            <a:endParaRPr lang="en-US" altLang="zh-CN" dirty="0">
              <a:solidFill>
                <a:schemeClr val="tx1"/>
              </a:solidFill>
              <a:latin typeface="Arial" panose="020B0604020202020204" pitchFamily="34" charset="0"/>
              <a:ea typeface="宋体" panose="02010600030101010101" pitchFamily="2" charset="-122"/>
            </a:endParaRPr>
          </a:p>
        </p:txBody>
      </p:sp>
      <p:sp>
        <p:nvSpPr>
          <p:cNvPr id="60421" name="Rectangle 8"/>
          <p:cNvSpPr/>
          <p:nvPr/>
        </p:nvSpPr>
        <p:spPr>
          <a:xfrm>
            <a:off x="574675" y="2779713"/>
            <a:ext cx="6588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so</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0422" name="Object 9"/>
          <p:cNvGraphicFramePr/>
          <p:nvPr/>
        </p:nvGraphicFramePr>
        <p:xfrm>
          <a:off x="1785938" y="3001963"/>
          <a:ext cx="4595812" cy="1016000"/>
        </p:xfrm>
        <a:graphic>
          <a:graphicData uri="http://schemas.openxmlformats.org/presentationml/2006/ole">
            <mc:AlternateContent xmlns:mc="http://schemas.openxmlformats.org/markup-compatibility/2006">
              <mc:Choice xmlns:v="urn:schemas-microsoft-com:vml" Requires="v">
                <p:oleObj spid="_x0000_s3086" name="" r:id="rId5" imgW="2651760" imgH="622935" progId="Equation.2">
                  <p:embed/>
                </p:oleObj>
              </mc:Choice>
              <mc:Fallback>
                <p:oleObj name="" r:id="rId5" imgW="2651760" imgH="622935" progId="Equation.2">
                  <p:embed/>
                  <p:pic>
                    <p:nvPicPr>
                      <p:cNvPr id="0" name="图片 3085"/>
                      <p:cNvPicPr/>
                      <p:nvPr/>
                    </p:nvPicPr>
                    <p:blipFill>
                      <a:blip r:embed="rId6">
                        <a:clrChange>
                          <a:clrFrom>
                            <a:srgbClr val="000000"/>
                          </a:clrFrom>
                          <a:clrTo>
                            <a:srgbClr val="FFFF00"/>
                          </a:clrTo>
                        </a:clrChange>
                      </a:blip>
                      <a:stretch>
                        <a:fillRect/>
                      </a:stretch>
                    </p:blipFill>
                    <p:spPr>
                      <a:xfrm>
                        <a:off x="1785938" y="3001963"/>
                        <a:ext cx="4595812" cy="1016000"/>
                      </a:xfrm>
                      <a:prstGeom prst="rect">
                        <a:avLst/>
                      </a:prstGeom>
                      <a:noFill/>
                      <a:ln w="38100">
                        <a:noFill/>
                        <a:miter/>
                      </a:ln>
                    </p:spPr>
                  </p:pic>
                </p:oleObj>
              </mc:Fallback>
            </mc:AlternateContent>
          </a:graphicData>
        </a:graphic>
      </p:graphicFrame>
      <p:sp>
        <p:nvSpPr>
          <p:cNvPr id="60423" name="Rectangle 12"/>
          <p:cNvSpPr/>
          <p:nvPr/>
        </p:nvSpPr>
        <p:spPr>
          <a:xfrm>
            <a:off x="574675" y="1303338"/>
            <a:ext cx="12890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E.g. if</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0424" name="Object 13"/>
          <p:cNvGraphicFramePr/>
          <p:nvPr/>
        </p:nvGraphicFramePr>
        <p:xfrm>
          <a:off x="2282825" y="1239838"/>
          <a:ext cx="2233613" cy="625475"/>
        </p:xfrm>
        <a:graphic>
          <a:graphicData uri="http://schemas.openxmlformats.org/presentationml/2006/ole">
            <mc:AlternateContent xmlns:mc="http://schemas.openxmlformats.org/markup-compatibility/2006">
              <mc:Choice xmlns:v="urn:schemas-microsoft-com:vml" Requires="v">
                <p:oleObj spid="_x0000_s3089" name="" r:id="rId7" imgW="1275715" imgH="370205" progId="Equation.2">
                  <p:embed/>
                </p:oleObj>
              </mc:Choice>
              <mc:Fallback>
                <p:oleObj name="" r:id="rId7" imgW="1275715" imgH="370205" progId="Equation.2">
                  <p:embed/>
                  <p:pic>
                    <p:nvPicPr>
                      <p:cNvPr id="0" name="图片 3088"/>
                      <p:cNvPicPr/>
                      <p:nvPr/>
                    </p:nvPicPr>
                    <p:blipFill>
                      <a:blip r:embed="rId8">
                        <a:clrChange>
                          <a:clrFrom>
                            <a:srgbClr val="000000"/>
                          </a:clrFrom>
                          <a:clrTo>
                            <a:srgbClr val="FFFF00"/>
                          </a:clrTo>
                        </a:clrChange>
                      </a:blip>
                      <a:stretch>
                        <a:fillRect/>
                      </a:stretch>
                    </p:blipFill>
                    <p:spPr>
                      <a:xfrm>
                        <a:off x="2282825" y="1239838"/>
                        <a:ext cx="2233613" cy="625475"/>
                      </a:xfrm>
                      <a:prstGeom prst="rect">
                        <a:avLst/>
                      </a:prstGeom>
                      <a:noFill/>
                      <a:ln w="38100">
                        <a:noFill/>
                        <a:miter/>
                      </a:ln>
                    </p:spPr>
                  </p:pic>
                </p:oleObj>
              </mc:Fallback>
            </mc:AlternateContent>
          </a:graphicData>
        </a:graphic>
      </p:graphicFrame>
      <p:sp>
        <p:nvSpPr>
          <p:cNvPr id="60425" name="Rectangle 14"/>
          <p:cNvSpPr/>
          <p:nvPr/>
        </p:nvSpPr>
        <p:spPr>
          <a:xfrm>
            <a:off x="4889500" y="1303338"/>
            <a:ext cx="10398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graphicFrame>
        <p:nvGraphicFramePr>
          <p:cNvPr id="61442" name="Object 5"/>
          <p:cNvGraphicFramePr/>
          <p:nvPr/>
        </p:nvGraphicFramePr>
        <p:xfrm>
          <a:off x="677863" y="1900238"/>
          <a:ext cx="3311525" cy="941387"/>
        </p:xfrm>
        <a:graphic>
          <a:graphicData uri="http://schemas.openxmlformats.org/presentationml/2006/ole">
            <mc:AlternateContent xmlns:mc="http://schemas.openxmlformats.org/markup-compatibility/2006">
              <mc:Choice xmlns:v="urn:schemas-microsoft-com:vml" Requires="v">
                <p:oleObj spid="_x0000_s3092" name="" r:id="rId1" imgW="1894205" imgH="561975" progId="Equation.2">
                  <p:embed/>
                </p:oleObj>
              </mc:Choice>
              <mc:Fallback>
                <p:oleObj name="" r:id="rId1" imgW="1894205" imgH="561975" progId="Equation.2">
                  <p:embed/>
                  <p:pic>
                    <p:nvPicPr>
                      <p:cNvPr id="0" name="图片 3091"/>
                      <p:cNvPicPr/>
                      <p:nvPr/>
                    </p:nvPicPr>
                    <p:blipFill>
                      <a:blip r:embed="rId2">
                        <a:clrChange>
                          <a:clrFrom>
                            <a:srgbClr val="000000"/>
                          </a:clrFrom>
                          <a:clrTo>
                            <a:srgbClr val="FFFF00"/>
                          </a:clrTo>
                        </a:clrChange>
                      </a:blip>
                      <a:stretch>
                        <a:fillRect/>
                      </a:stretch>
                    </p:blipFill>
                    <p:spPr>
                      <a:xfrm>
                        <a:off x="677863" y="1900238"/>
                        <a:ext cx="3311525" cy="941387"/>
                      </a:xfrm>
                      <a:prstGeom prst="rect">
                        <a:avLst/>
                      </a:prstGeom>
                      <a:noFill/>
                      <a:ln w="38100">
                        <a:noFill/>
                        <a:miter/>
                      </a:ln>
                    </p:spPr>
                  </p:pic>
                </p:oleObj>
              </mc:Fallback>
            </mc:AlternateContent>
          </a:graphicData>
        </a:graphic>
      </p:graphicFrame>
      <p:graphicFrame>
        <p:nvGraphicFramePr>
          <p:cNvPr id="61443" name="Object 6"/>
          <p:cNvGraphicFramePr/>
          <p:nvPr/>
        </p:nvGraphicFramePr>
        <p:xfrm>
          <a:off x="5340350" y="1909763"/>
          <a:ext cx="3251200" cy="922337"/>
        </p:xfrm>
        <a:graphic>
          <a:graphicData uri="http://schemas.openxmlformats.org/presentationml/2006/ole">
            <mc:AlternateContent xmlns:mc="http://schemas.openxmlformats.org/markup-compatibility/2006">
              <mc:Choice xmlns:v="urn:schemas-microsoft-com:vml" Requires="v">
                <p:oleObj spid="_x0000_s3090" name="" r:id="rId3" imgW="1868170" imgH="561975" progId="Equation.2">
                  <p:embed/>
                </p:oleObj>
              </mc:Choice>
              <mc:Fallback>
                <p:oleObj name="" r:id="rId3" imgW="1868170" imgH="561975" progId="Equation.2">
                  <p:embed/>
                  <p:pic>
                    <p:nvPicPr>
                      <p:cNvPr id="0" name="图片 3089"/>
                      <p:cNvPicPr/>
                      <p:nvPr/>
                    </p:nvPicPr>
                    <p:blipFill>
                      <a:blip r:embed="rId4">
                        <a:clrChange>
                          <a:clrFrom>
                            <a:srgbClr val="000000"/>
                          </a:clrFrom>
                          <a:clrTo>
                            <a:srgbClr val="FFFF00"/>
                          </a:clrTo>
                        </a:clrChange>
                      </a:blip>
                      <a:stretch>
                        <a:fillRect/>
                      </a:stretch>
                    </p:blipFill>
                    <p:spPr>
                      <a:xfrm>
                        <a:off x="5340350" y="1909763"/>
                        <a:ext cx="3251200" cy="922337"/>
                      </a:xfrm>
                      <a:prstGeom prst="rect">
                        <a:avLst/>
                      </a:prstGeom>
                      <a:noFill/>
                      <a:ln w="38100">
                        <a:noFill/>
                        <a:miter/>
                      </a:ln>
                    </p:spPr>
                  </p:pic>
                </p:oleObj>
              </mc:Fallback>
            </mc:AlternateContent>
          </a:graphicData>
        </a:graphic>
      </p:graphicFrame>
      <p:sp>
        <p:nvSpPr>
          <p:cNvPr id="61444" name="Rectangle 7"/>
          <p:cNvSpPr/>
          <p:nvPr/>
        </p:nvSpPr>
        <p:spPr>
          <a:xfrm>
            <a:off x="4217988" y="2089150"/>
            <a:ext cx="90646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a:t>
            </a:r>
            <a:endParaRPr lang="en-US" altLang="zh-CN" dirty="0">
              <a:solidFill>
                <a:schemeClr val="tx1"/>
              </a:solidFill>
              <a:latin typeface="Arial" panose="020B0604020202020204" pitchFamily="34" charset="0"/>
              <a:ea typeface="宋体" panose="02010600030101010101" pitchFamily="2" charset="-122"/>
            </a:endParaRPr>
          </a:p>
        </p:txBody>
      </p:sp>
      <p:sp>
        <p:nvSpPr>
          <p:cNvPr id="61445" name="Rectangle 8"/>
          <p:cNvSpPr/>
          <p:nvPr/>
        </p:nvSpPr>
        <p:spPr>
          <a:xfrm>
            <a:off x="574675" y="2779713"/>
            <a:ext cx="6588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so</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1446" name="Object 9"/>
          <p:cNvGraphicFramePr/>
          <p:nvPr/>
        </p:nvGraphicFramePr>
        <p:xfrm>
          <a:off x="1785938" y="3001963"/>
          <a:ext cx="4595812" cy="1016000"/>
        </p:xfrm>
        <a:graphic>
          <a:graphicData uri="http://schemas.openxmlformats.org/presentationml/2006/ole">
            <mc:AlternateContent xmlns:mc="http://schemas.openxmlformats.org/markup-compatibility/2006">
              <mc:Choice xmlns:v="urn:schemas-microsoft-com:vml" Requires="v">
                <p:oleObj spid="_x0000_s3087" name="" r:id="rId5" imgW="2651760" imgH="622935" progId="Equation.2">
                  <p:embed/>
                </p:oleObj>
              </mc:Choice>
              <mc:Fallback>
                <p:oleObj name="" r:id="rId5" imgW="2651760" imgH="622935" progId="Equation.2">
                  <p:embed/>
                  <p:pic>
                    <p:nvPicPr>
                      <p:cNvPr id="0" name="图片 3086"/>
                      <p:cNvPicPr/>
                      <p:nvPr/>
                    </p:nvPicPr>
                    <p:blipFill>
                      <a:blip r:embed="rId6">
                        <a:clrChange>
                          <a:clrFrom>
                            <a:srgbClr val="000000"/>
                          </a:clrFrom>
                          <a:clrTo>
                            <a:srgbClr val="FFFF00"/>
                          </a:clrTo>
                        </a:clrChange>
                      </a:blip>
                      <a:stretch>
                        <a:fillRect/>
                      </a:stretch>
                    </p:blipFill>
                    <p:spPr>
                      <a:xfrm>
                        <a:off x="1785938" y="3001963"/>
                        <a:ext cx="4595812" cy="1016000"/>
                      </a:xfrm>
                      <a:prstGeom prst="rect">
                        <a:avLst/>
                      </a:prstGeom>
                      <a:noFill/>
                      <a:ln w="38100">
                        <a:noFill/>
                        <a:miter/>
                      </a:ln>
                    </p:spPr>
                  </p:pic>
                </p:oleObj>
              </mc:Fallback>
            </mc:AlternateContent>
          </a:graphicData>
        </a:graphic>
      </p:graphicFrame>
      <p:graphicFrame>
        <p:nvGraphicFramePr>
          <p:cNvPr id="61447" name="Object 10"/>
          <p:cNvGraphicFramePr/>
          <p:nvPr/>
        </p:nvGraphicFramePr>
        <p:xfrm>
          <a:off x="1733550" y="4216400"/>
          <a:ext cx="4683125" cy="996950"/>
        </p:xfrm>
        <a:graphic>
          <a:graphicData uri="http://schemas.openxmlformats.org/presentationml/2006/ole">
            <mc:AlternateContent xmlns:mc="http://schemas.openxmlformats.org/markup-compatibility/2006">
              <mc:Choice xmlns:v="urn:schemas-microsoft-com:vml" Requires="v">
                <p:oleObj spid="_x0000_s3091" name="" r:id="rId7" imgW="2712720" imgH="622935" progId="Equation.2">
                  <p:embed/>
                </p:oleObj>
              </mc:Choice>
              <mc:Fallback>
                <p:oleObj name="" r:id="rId7" imgW="2712720" imgH="622935" progId="Equation.2">
                  <p:embed/>
                  <p:pic>
                    <p:nvPicPr>
                      <p:cNvPr id="0" name="图片 3090"/>
                      <p:cNvPicPr/>
                      <p:nvPr/>
                    </p:nvPicPr>
                    <p:blipFill>
                      <a:blip r:embed="rId8">
                        <a:clrChange>
                          <a:clrFrom>
                            <a:srgbClr val="000000"/>
                          </a:clrFrom>
                          <a:clrTo>
                            <a:srgbClr val="FFFF00"/>
                          </a:clrTo>
                        </a:clrChange>
                      </a:blip>
                      <a:stretch>
                        <a:fillRect/>
                      </a:stretch>
                    </p:blipFill>
                    <p:spPr>
                      <a:xfrm>
                        <a:off x="1733550" y="4216400"/>
                        <a:ext cx="4683125" cy="996950"/>
                      </a:xfrm>
                      <a:prstGeom prst="rect">
                        <a:avLst/>
                      </a:prstGeom>
                      <a:noFill/>
                      <a:ln w="38100">
                        <a:noFill/>
                        <a:miter/>
                      </a:ln>
                    </p:spPr>
                  </p:pic>
                </p:oleObj>
              </mc:Fallback>
            </mc:AlternateContent>
          </a:graphicData>
        </a:graphic>
      </p:graphicFrame>
      <p:sp>
        <p:nvSpPr>
          <p:cNvPr id="61448" name="Rectangle 11"/>
          <p:cNvSpPr/>
          <p:nvPr/>
        </p:nvSpPr>
        <p:spPr>
          <a:xfrm>
            <a:off x="574675" y="3898900"/>
            <a:ext cx="906463"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a:t>
            </a:r>
            <a:endParaRPr lang="en-US" altLang="zh-CN" dirty="0">
              <a:solidFill>
                <a:schemeClr val="tx1"/>
              </a:solidFill>
              <a:latin typeface="Arial" panose="020B0604020202020204" pitchFamily="34" charset="0"/>
              <a:ea typeface="宋体" panose="02010600030101010101" pitchFamily="2" charset="-122"/>
            </a:endParaRPr>
          </a:p>
        </p:txBody>
      </p:sp>
      <p:sp>
        <p:nvSpPr>
          <p:cNvPr id="61449" name="Rectangle 12"/>
          <p:cNvSpPr/>
          <p:nvPr/>
        </p:nvSpPr>
        <p:spPr>
          <a:xfrm>
            <a:off x="574675" y="1303338"/>
            <a:ext cx="12890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E.g. if</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1450" name="Object 13"/>
          <p:cNvGraphicFramePr/>
          <p:nvPr/>
        </p:nvGraphicFramePr>
        <p:xfrm>
          <a:off x="2282825" y="1239838"/>
          <a:ext cx="2233613" cy="625475"/>
        </p:xfrm>
        <a:graphic>
          <a:graphicData uri="http://schemas.openxmlformats.org/presentationml/2006/ole">
            <mc:AlternateContent xmlns:mc="http://schemas.openxmlformats.org/markup-compatibility/2006">
              <mc:Choice xmlns:v="urn:schemas-microsoft-com:vml" Requires="v">
                <p:oleObj spid="_x0000_s3093" name="" r:id="rId9" imgW="1275715" imgH="370205" progId="Equation.2">
                  <p:embed/>
                </p:oleObj>
              </mc:Choice>
              <mc:Fallback>
                <p:oleObj name="" r:id="rId9" imgW="1275715" imgH="370205" progId="Equation.2">
                  <p:embed/>
                  <p:pic>
                    <p:nvPicPr>
                      <p:cNvPr id="0" name="图片 3092"/>
                      <p:cNvPicPr/>
                      <p:nvPr/>
                    </p:nvPicPr>
                    <p:blipFill>
                      <a:blip r:embed="rId10">
                        <a:clrChange>
                          <a:clrFrom>
                            <a:srgbClr val="000000"/>
                          </a:clrFrom>
                          <a:clrTo>
                            <a:srgbClr val="FFFF00"/>
                          </a:clrTo>
                        </a:clrChange>
                      </a:blip>
                      <a:stretch>
                        <a:fillRect/>
                      </a:stretch>
                    </p:blipFill>
                    <p:spPr>
                      <a:xfrm>
                        <a:off x="2282825" y="1239838"/>
                        <a:ext cx="2233613" cy="625475"/>
                      </a:xfrm>
                      <a:prstGeom prst="rect">
                        <a:avLst/>
                      </a:prstGeom>
                      <a:noFill/>
                      <a:ln w="38100">
                        <a:noFill/>
                        <a:miter/>
                      </a:ln>
                    </p:spPr>
                  </p:pic>
                </p:oleObj>
              </mc:Fallback>
            </mc:AlternateContent>
          </a:graphicData>
        </a:graphic>
      </p:graphicFrame>
      <p:sp>
        <p:nvSpPr>
          <p:cNvPr id="61451" name="Rectangle 14"/>
          <p:cNvSpPr/>
          <p:nvPr/>
        </p:nvSpPr>
        <p:spPr>
          <a:xfrm>
            <a:off x="4889500" y="1303338"/>
            <a:ext cx="10398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Marginal (Physical) Products</a:t>
            </a:r>
            <a:br>
              <a:rPr lang="en-US" altLang="zh-CN" dirty="0">
                <a:ea typeface="宋体" panose="02010600030101010101" pitchFamily="2" charset="-122"/>
              </a:rPr>
            </a:br>
            <a:r>
              <a:rPr lang="zh-CN" altLang="en-US" dirty="0">
                <a:ea typeface="宋体" panose="02010600030101010101" pitchFamily="2" charset="-122"/>
              </a:rPr>
              <a:t>边际产出</a:t>
            </a:r>
            <a:endParaRPr lang="en-US" altLang="zh-CN" dirty="0">
              <a:ea typeface="宋体" panose="02010600030101010101" pitchFamily="2" charset="-122"/>
            </a:endParaRPr>
          </a:p>
        </p:txBody>
      </p:sp>
      <p:graphicFrame>
        <p:nvGraphicFramePr>
          <p:cNvPr id="62466" name="Object 5"/>
          <p:cNvGraphicFramePr/>
          <p:nvPr/>
        </p:nvGraphicFramePr>
        <p:xfrm>
          <a:off x="677863" y="1900238"/>
          <a:ext cx="3311525" cy="941387"/>
        </p:xfrm>
        <a:graphic>
          <a:graphicData uri="http://schemas.openxmlformats.org/presentationml/2006/ole">
            <mc:AlternateContent xmlns:mc="http://schemas.openxmlformats.org/markup-compatibility/2006">
              <mc:Choice xmlns:v="urn:schemas-microsoft-com:vml" Requires="v">
                <p:oleObj spid="_x0000_s3094" name="" r:id="rId1" imgW="1894205" imgH="561975" progId="Equation.2">
                  <p:embed/>
                </p:oleObj>
              </mc:Choice>
              <mc:Fallback>
                <p:oleObj name="" r:id="rId1" imgW="1894205" imgH="561975" progId="Equation.2">
                  <p:embed/>
                  <p:pic>
                    <p:nvPicPr>
                      <p:cNvPr id="0" name="图片 3093"/>
                      <p:cNvPicPr/>
                      <p:nvPr/>
                    </p:nvPicPr>
                    <p:blipFill>
                      <a:blip r:embed="rId2">
                        <a:clrChange>
                          <a:clrFrom>
                            <a:srgbClr val="000000"/>
                          </a:clrFrom>
                          <a:clrTo>
                            <a:srgbClr val="FFFF00"/>
                          </a:clrTo>
                        </a:clrChange>
                      </a:blip>
                      <a:stretch>
                        <a:fillRect/>
                      </a:stretch>
                    </p:blipFill>
                    <p:spPr>
                      <a:xfrm>
                        <a:off x="677863" y="1900238"/>
                        <a:ext cx="3311525" cy="941387"/>
                      </a:xfrm>
                      <a:prstGeom prst="rect">
                        <a:avLst/>
                      </a:prstGeom>
                      <a:noFill/>
                      <a:ln w="38100">
                        <a:noFill/>
                        <a:miter/>
                      </a:ln>
                    </p:spPr>
                  </p:pic>
                </p:oleObj>
              </mc:Fallback>
            </mc:AlternateContent>
          </a:graphicData>
        </a:graphic>
      </p:graphicFrame>
      <p:graphicFrame>
        <p:nvGraphicFramePr>
          <p:cNvPr id="62467" name="Object 6"/>
          <p:cNvGraphicFramePr/>
          <p:nvPr/>
        </p:nvGraphicFramePr>
        <p:xfrm>
          <a:off x="5340350" y="1909763"/>
          <a:ext cx="3251200" cy="922337"/>
        </p:xfrm>
        <a:graphic>
          <a:graphicData uri="http://schemas.openxmlformats.org/presentationml/2006/ole">
            <mc:AlternateContent xmlns:mc="http://schemas.openxmlformats.org/markup-compatibility/2006">
              <mc:Choice xmlns:v="urn:schemas-microsoft-com:vml" Requires="v">
                <p:oleObj spid="_x0000_s3099" name="" r:id="rId3" imgW="1868170" imgH="561975" progId="Equation.2">
                  <p:embed/>
                </p:oleObj>
              </mc:Choice>
              <mc:Fallback>
                <p:oleObj name="" r:id="rId3" imgW="1868170" imgH="561975" progId="Equation.2">
                  <p:embed/>
                  <p:pic>
                    <p:nvPicPr>
                      <p:cNvPr id="0" name="图片 3098"/>
                      <p:cNvPicPr/>
                      <p:nvPr/>
                    </p:nvPicPr>
                    <p:blipFill>
                      <a:blip r:embed="rId4">
                        <a:clrChange>
                          <a:clrFrom>
                            <a:srgbClr val="000000"/>
                          </a:clrFrom>
                          <a:clrTo>
                            <a:srgbClr val="FFFF00"/>
                          </a:clrTo>
                        </a:clrChange>
                      </a:blip>
                      <a:stretch>
                        <a:fillRect/>
                      </a:stretch>
                    </p:blipFill>
                    <p:spPr>
                      <a:xfrm>
                        <a:off x="5340350" y="1909763"/>
                        <a:ext cx="3251200" cy="922337"/>
                      </a:xfrm>
                      <a:prstGeom prst="rect">
                        <a:avLst/>
                      </a:prstGeom>
                      <a:noFill/>
                      <a:ln w="38100">
                        <a:noFill/>
                        <a:miter/>
                      </a:ln>
                    </p:spPr>
                  </p:pic>
                </p:oleObj>
              </mc:Fallback>
            </mc:AlternateContent>
          </a:graphicData>
        </a:graphic>
      </p:graphicFrame>
      <p:sp>
        <p:nvSpPr>
          <p:cNvPr id="62468" name="Rectangle 7"/>
          <p:cNvSpPr/>
          <p:nvPr/>
        </p:nvSpPr>
        <p:spPr>
          <a:xfrm>
            <a:off x="4217988" y="2089150"/>
            <a:ext cx="90646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a:t>
            </a:r>
            <a:endParaRPr lang="en-US" altLang="zh-CN" dirty="0">
              <a:solidFill>
                <a:schemeClr val="tx1"/>
              </a:solidFill>
              <a:latin typeface="Arial" panose="020B0604020202020204" pitchFamily="34" charset="0"/>
              <a:ea typeface="宋体" panose="02010600030101010101" pitchFamily="2" charset="-122"/>
            </a:endParaRPr>
          </a:p>
        </p:txBody>
      </p:sp>
      <p:sp>
        <p:nvSpPr>
          <p:cNvPr id="62469" name="Rectangle 8"/>
          <p:cNvSpPr/>
          <p:nvPr/>
        </p:nvSpPr>
        <p:spPr>
          <a:xfrm>
            <a:off x="574675" y="2779713"/>
            <a:ext cx="6588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so</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2470" name="Object 9"/>
          <p:cNvGraphicFramePr/>
          <p:nvPr/>
        </p:nvGraphicFramePr>
        <p:xfrm>
          <a:off x="1785938" y="3001963"/>
          <a:ext cx="4595812" cy="1016000"/>
        </p:xfrm>
        <a:graphic>
          <a:graphicData uri="http://schemas.openxmlformats.org/presentationml/2006/ole">
            <mc:AlternateContent xmlns:mc="http://schemas.openxmlformats.org/markup-compatibility/2006">
              <mc:Choice xmlns:v="urn:schemas-microsoft-com:vml" Requires="v">
                <p:oleObj spid="_x0000_s3097" name="" r:id="rId5" imgW="2651760" imgH="622935" progId="Equation.2">
                  <p:embed/>
                </p:oleObj>
              </mc:Choice>
              <mc:Fallback>
                <p:oleObj name="" r:id="rId5" imgW="2651760" imgH="622935" progId="Equation.2">
                  <p:embed/>
                  <p:pic>
                    <p:nvPicPr>
                      <p:cNvPr id="0" name="图片 3096"/>
                      <p:cNvPicPr/>
                      <p:nvPr/>
                    </p:nvPicPr>
                    <p:blipFill>
                      <a:blip r:embed="rId6">
                        <a:clrChange>
                          <a:clrFrom>
                            <a:srgbClr val="000000"/>
                          </a:clrFrom>
                          <a:clrTo>
                            <a:srgbClr val="FFFF00"/>
                          </a:clrTo>
                        </a:clrChange>
                      </a:blip>
                      <a:stretch>
                        <a:fillRect/>
                      </a:stretch>
                    </p:blipFill>
                    <p:spPr>
                      <a:xfrm>
                        <a:off x="1785938" y="3001963"/>
                        <a:ext cx="4595812" cy="1016000"/>
                      </a:xfrm>
                      <a:prstGeom prst="rect">
                        <a:avLst/>
                      </a:prstGeom>
                      <a:noFill/>
                      <a:ln w="38100">
                        <a:noFill/>
                        <a:miter/>
                      </a:ln>
                    </p:spPr>
                  </p:pic>
                </p:oleObj>
              </mc:Fallback>
            </mc:AlternateContent>
          </a:graphicData>
        </a:graphic>
      </p:graphicFrame>
      <p:graphicFrame>
        <p:nvGraphicFramePr>
          <p:cNvPr id="62471" name="Object 10"/>
          <p:cNvGraphicFramePr/>
          <p:nvPr/>
        </p:nvGraphicFramePr>
        <p:xfrm>
          <a:off x="1733550" y="4216400"/>
          <a:ext cx="4683125" cy="996950"/>
        </p:xfrm>
        <a:graphic>
          <a:graphicData uri="http://schemas.openxmlformats.org/presentationml/2006/ole">
            <mc:AlternateContent xmlns:mc="http://schemas.openxmlformats.org/markup-compatibility/2006">
              <mc:Choice xmlns:v="urn:schemas-microsoft-com:vml" Requires="v">
                <p:oleObj spid="_x0000_s3095" name="" r:id="rId7" imgW="2712720" imgH="622935" progId="Equation.2">
                  <p:embed/>
                </p:oleObj>
              </mc:Choice>
              <mc:Fallback>
                <p:oleObj name="" r:id="rId7" imgW="2712720" imgH="622935" progId="Equation.2">
                  <p:embed/>
                  <p:pic>
                    <p:nvPicPr>
                      <p:cNvPr id="0" name="图片 3094"/>
                      <p:cNvPicPr/>
                      <p:nvPr/>
                    </p:nvPicPr>
                    <p:blipFill>
                      <a:blip r:embed="rId8">
                        <a:clrChange>
                          <a:clrFrom>
                            <a:srgbClr val="000000"/>
                          </a:clrFrom>
                          <a:clrTo>
                            <a:srgbClr val="FFFF00"/>
                          </a:clrTo>
                        </a:clrChange>
                      </a:blip>
                      <a:stretch>
                        <a:fillRect/>
                      </a:stretch>
                    </p:blipFill>
                    <p:spPr>
                      <a:xfrm>
                        <a:off x="1733550" y="4216400"/>
                        <a:ext cx="4683125" cy="996950"/>
                      </a:xfrm>
                      <a:prstGeom prst="rect">
                        <a:avLst/>
                      </a:prstGeom>
                      <a:noFill/>
                      <a:ln w="38100">
                        <a:noFill/>
                        <a:miter/>
                      </a:ln>
                    </p:spPr>
                  </p:pic>
                </p:oleObj>
              </mc:Fallback>
            </mc:AlternateContent>
          </a:graphicData>
        </a:graphic>
      </p:graphicFrame>
      <p:sp>
        <p:nvSpPr>
          <p:cNvPr id="62472" name="Rectangle 11"/>
          <p:cNvSpPr/>
          <p:nvPr/>
        </p:nvSpPr>
        <p:spPr>
          <a:xfrm>
            <a:off x="574675" y="3898900"/>
            <a:ext cx="906463"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a:t>
            </a:r>
            <a:endParaRPr lang="en-US" altLang="zh-CN" dirty="0">
              <a:solidFill>
                <a:schemeClr val="tx1"/>
              </a:solidFill>
              <a:latin typeface="Arial" panose="020B0604020202020204" pitchFamily="34" charset="0"/>
              <a:ea typeface="宋体" panose="02010600030101010101" pitchFamily="2" charset="-122"/>
            </a:endParaRPr>
          </a:p>
        </p:txBody>
      </p:sp>
      <p:sp>
        <p:nvSpPr>
          <p:cNvPr id="62473" name="Rectangle 12"/>
          <p:cNvSpPr/>
          <p:nvPr/>
        </p:nvSpPr>
        <p:spPr>
          <a:xfrm>
            <a:off x="574675" y="5256213"/>
            <a:ext cx="8886825" cy="58578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Both marginal products are diminishing</a:t>
            </a:r>
            <a:r>
              <a:rPr lang="zh-CN" altLang="en-US" dirty="0">
                <a:solidFill>
                  <a:schemeClr val="tx1"/>
                </a:solidFill>
                <a:latin typeface="Arial" panose="020B0604020202020204" pitchFamily="34" charset="0"/>
                <a:ea typeface="宋体" panose="02010600030101010101" pitchFamily="2" charset="-122"/>
              </a:rPr>
              <a:t>递减</a:t>
            </a:r>
            <a:r>
              <a:rPr lang="en-US" altLang="zh-CN" dirty="0">
                <a:solidFill>
                  <a:schemeClr val="tx1"/>
                </a:solidFill>
                <a:latin typeface="Arial" panose="020B0604020202020204" pitchFamily="34" charset="0"/>
                <a:ea typeface="宋体" panose="02010600030101010101" pitchFamily="2" charset="-122"/>
              </a:rPr>
              <a:t>.</a:t>
            </a:r>
            <a:endParaRPr lang="en-US" altLang="zh-CN" dirty="0">
              <a:solidFill>
                <a:schemeClr val="tx1"/>
              </a:solidFill>
              <a:latin typeface="Arial" panose="020B0604020202020204" pitchFamily="34" charset="0"/>
              <a:ea typeface="宋体" panose="02010600030101010101" pitchFamily="2" charset="-122"/>
            </a:endParaRPr>
          </a:p>
        </p:txBody>
      </p:sp>
      <p:sp>
        <p:nvSpPr>
          <p:cNvPr id="62474" name="Rectangle 13"/>
          <p:cNvSpPr/>
          <p:nvPr/>
        </p:nvSpPr>
        <p:spPr>
          <a:xfrm>
            <a:off x="574675" y="1303338"/>
            <a:ext cx="12890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E.g. if</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2475" name="Object 14"/>
          <p:cNvGraphicFramePr/>
          <p:nvPr/>
        </p:nvGraphicFramePr>
        <p:xfrm>
          <a:off x="2282825" y="1239838"/>
          <a:ext cx="2233613" cy="625475"/>
        </p:xfrm>
        <a:graphic>
          <a:graphicData uri="http://schemas.openxmlformats.org/presentationml/2006/ole">
            <mc:AlternateContent xmlns:mc="http://schemas.openxmlformats.org/markup-compatibility/2006">
              <mc:Choice xmlns:v="urn:schemas-microsoft-com:vml" Requires="v">
                <p:oleObj spid="_x0000_s3098" name="" r:id="rId9" imgW="1275715" imgH="370205" progId="Equation.2">
                  <p:embed/>
                </p:oleObj>
              </mc:Choice>
              <mc:Fallback>
                <p:oleObj name="" r:id="rId9" imgW="1275715" imgH="370205" progId="Equation.2">
                  <p:embed/>
                  <p:pic>
                    <p:nvPicPr>
                      <p:cNvPr id="0" name="图片 3097"/>
                      <p:cNvPicPr/>
                      <p:nvPr/>
                    </p:nvPicPr>
                    <p:blipFill>
                      <a:blip r:embed="rId10">
                        <a:clrChange>
                          <a:clrFrom>
                            <a:srgbClr val="000000"/>
                          </a:clrFrom>
                          <a:clrTo>
                            <a:srgbClr val="FFFF00"/>
                          </a:clrTo>
                        </a:clrChange>
                      </a:blip>
                      <a:stretch>
                        <a:fillRect/>
                      </a:stretch>
                    </p:blipFill>
                    <p:spPr>
                      <a:xfrm>
                        <a:off x="2282825" y="1239838"/>
                        <a:ext cx="2233613" cy="625475"/>
                      </a:xfrm>
                      <a:prstGeom prst="rect">
                        <a:avLst/>
                      </a:prstGeom>
                      <a:noFill/>
                      <a:ln w="38100">
                        <a:noFill/>
                        <a:miter/>
                      </a:ln>
                    </p:spPr>
                  </p:pic>
                </p:oleObj>
              </mc:Fallback>
            </mc:AlternateContent>
          </a:graphicData>
        </a:graphic>
      </p:graphicFrame>
      <p:sp>
        <p:nvSpPr>
          <p:cNvPr id="62476" name="Rectangle 15"/>
          <p:cNvSpPr/>
          <p:nvPr/>
        </p:nvSpPr>
        <p:spPr>
          <a:xfrm>
            <a:off x="4889500" y="1303338"/>
            <a:ext cx="103981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63490"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Marginal products describe the change in output level as a </a:t>
            </a:r>
            <a:r>
              <a:rPr lang="en-US" altLang="zh-CN" dirty="0">
                <a:solidFill>
                  <a:srgbClr val="FFFF00"/>
                </a:solidFill>
                <a:ea typeface="宋体" panose="02010600030101010101" pitchFamily="2" charset="-122"/>
              </a:rPr>
              <a:t>single</a:t>
            </a:r>
            <a:r>
              <a:rPr lang="en-US" altLang="zh-CN" dirty="0">
                <a:ea typeface="宋体" panose="02010600030101010101" pitchFamily="2" charset="-122"/>
              </a:rPr>
              <a:t> input level changes.</a:t>
            </a:r>
            <a:endParaRPr lang="en-US" altLang="zh-CN" dirty="0">
              <a:ea typeface="宋体" panose="02010600030101010101" pitchFamily="2" charset="-122"/>
            </a:endParaRPr>
          </a:p>
          <a:p>
            <a:r>
              <a:rPr lang="en-US" altLang="zh-CN" dirty="0">
                <a:solidFill>
                  <a:srgbClr val="FFFF00"/>
                </a:solidFill>
                <a:ea typeface="宋体" panose="02010600030101010101" pitchFamily="2" charset="-122"/>
              </a:rPr>
              <a:t>Returns-to-scale</a:t>
            </a:r>
            <a:r>
              <a:rPr lang="en-US" altLang="zh-CN" dirty="0">
                <a:ea typeface="宋体" panose="02010600030101010101" pitchFamily="2" charset="-122"/>
              </a:rPr>
              <a:t> describes how the output level changes as </a:t>
            </a:r>
            <a:r>
              <a:rPr lang="en-US" altLang="zh-CN" dirty="0">
                <a:solidFill>
                  <a:srgbClr val="FFFF00"/>
                </a:solidFill>
                <a:ea typeface="宋体" panose="02010600030101010101" pitchFamily="2" charset="-122"/>
              </a:rPr>
              <a:t>all</a:t>
            </a:r>
            <a:r>
              <a:rPr lang="en-US" altLang="zh-CN" dirty="0">
                <a:ea typeface="宋体" panose="02010600030101010101" pitchFamily="2" charset="-122"/>
              </a:rPr>
              <a:t> input levels change in </a:t>
            </a:r>
            <a:r>
              <a:rPr lang="en-US" altLang="zh-CN" dirty="0">
                <a:solidFill>
                  <a:srgbClr val="FFFF00"/>
                </a:solidFill>
                <a:ea typeface="宋体" panose="02010600030101010101" pitchFamily="2" charset="-122"/>
              </a:rPr>
              <a:t>direct proportion</a:t>
            </a:r>
            <a:r>
              <a:rPr lang="en-US" altLang="zh-CN" dirty="0">
                <a:ea typeface="宋体" panose="02010600030101010101" pitchFamily="2" charset="-122"/>
              </a:rPr>
              <a:t> </a:t>
            </a:r>
            <a:r>
              <a:rPr lang="zh-CN" altLang="en-US" dirty="0">
                <a:ea typeface="宋体" panose="02010600030101010101" pitchFamily="2" charset="-122"/>
              </a:rPr>
              <a:t>同比例变化</a:t>
            </a:r>
            <a:r>
              <a:rPr lang="en-US" altLang="zh-CN" dirty="0">
                <a:ea typeface="宋体" panose="02010600030101010101" pitchFamily="2" charset="-122"/>
              </a:rPr>
              <a:t>(</a:t>
            </a:r>
            <a:r>
              <a:rPr lang="en-US" altLang="zh-CN" i="1" dirty="0">
                <a:ea typeface="宋体" panose="02010600030101010101" pitchFamily="2" charset="-122"/>
              </a:rPr>
              <a:t>e.g.</a:t>
            </a:r>
            <a:r>
              <a:rPr lang="en-US" altLang="zh-CN" dirty="0">
                <a:ea typeface="宋体" panose="02010600030101010101" pitchFamily="2" charset="-122"/>
              </a:rPr>
              <a:t> all input levels doubled, or halved).</a:t>
            </a:r>
            <a:endParaRPr lang="en-US" altLang="zh-CN" dirty="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64514" name="Rectangle 3"/>
          <p:cNvSpPr/>
          <p:nvPr/>
        </p:nvSpPr>
        <p:spPr>
          <a:xfrm>
            <a:off x="527050" y="1350963"/>
            <a:ext cx="644366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If, for any input bundle (x</a:t>
            </a:r>
            <a:r>
              <a:rPr lang="en-US" altLang="zh-CN" baseline="-25000" dirty="0">
                <a:solidFill>
                  <a:schemeClr val="tx1"/>
                </a:solidFill>
                <a:latin typeface="Arial" panose="020B0604020202020204" pitchFamily="34" charset="0"/>
                <a:ea typeface="宋体" panose="02010600030101010101" pitchFamily="2" charset="-122"/>
              </a:rPr>
              <a:t>1</a:t>
            </a: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n</a:t>
            </a:r>
            <a:r>
              <a:rPr lang="en-US" altLang="zh-CN" dirty="0">
                <a:solidFill>
                  <a:schemeClr val="tx1"/>
                </a:solidFill>
                <a:latin typeface="Arial" panose="020B0604020202020204" pitchFamily="34" charset="0"/>
                <a:ea typeface="宋体" panose="02010600030101010101" pitchFamily="2" charset="-122"/>
              </a:rPr>
              <a:t>),</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4515" name="Object 0"/>
          <p:cNvGraphicFramePr/>
          <p:nvPr/>
        </p:nvGraphicFramePr>
        <p:xfrm>
          <a:off x="1236663" y="2117725"/>
          <a:ext cx="6811962" cy="469900"/>
        </p:xfrm>
        <a:graphic>
          <a:graphicData uri="http://schemas.openxmlformats.org/presentationml/2006/ole">
            <mc:AlternateContent xmlns:mc="http://schemas.openxmlformats.org/markup-compatibility/2006">
              <mc:Choice xmlns:v="urn:schemas-microsoft-com:vml" Requires="v">
                <p:oleObj spid="_x0000_s3096" name="" r:id="rId1" imgW="3905885" imgH="283210" progId="Equation.2">
                  <p:embed/>
                </p:oleObj>
              </mc:Choice>
              <mc:Fallback>
                <p:oleObj name="" r:id="rId1" imgW="3905885" imgH="283210" progId="Equation.2">
                  <p:embed/>
                  <p:pic>
                    <p:nvPicPr>
                      <p:cNvPr id="0" name="图片 3095"/>
                      <p:cNvPicPr/>
                      <p:nvPr/>
                    </p:nvPicPr>
                    <p:blipFill>
                      <a:blip r:embed="rId2">
                        <a:clrChange>
                          <a:clrFrom>
                            <a:srgbClr val="000000"/>
                          </a:clrFrom>
                          <a:clrTo>
                            <a:srgbClr val="FFFF00"/>
                          </a:clrTo>
                        </a:clrChange>
                      </a:blip>
                      <a:stretch>
                        <a:fillRect/>
                      </a:stretch>
                    </p:blipFill>
                    <p:spPr>
                      <a:xfrm>
                        <a:off x="1236663" y="2117725"/>
                        <a:ext cx="6811962" cy="469900"/>
                      </a:xfrm>
                      <a:prstGeom prst="rect">
                        <a:avLst/>
                      </a:prstGeom>
                      <a:noFill/>
                      <a:ln w="38100">
                        <a:noFill/>
                        <a:miter/>
                      </a:ln>
                    </p:spPr>
                  </p:pic>
                </p:oleObj>
              </mc:Fallback>
            </mc:AlternateContent>
          </a:graphicData>
        </a:graphic>
      </p:graphicFrame>
      <p:sp>
        <p:nvSpPr>
          <p:cNvPr id="64516" name="Rectangle 5"/>
          <p:cNvSpPr/>
          <p:nvPr/>
        </p:nvSpPr>
        <p:spPr>
          <a:xfrm>
            <a:off x="527050" y="2732088"/>
            <a:ext cx="7781925" cy="2555875"/>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 the technology described by the</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production function f exhibits </a:t>
            </a:r>
            <a:r>
              <a:rPr lang="en-US" altLang="zh-CN" dirty="0">
                <a:solidFill>
                  <a:srgbClr val="FFFF00"/>
                </a:solidFill>
                <a:latin typeface="Arial" panose="020B0604020202020204" pitchFamily="34" charset="0"/>
                <a:ea typeface="宋体" panose="02010600030101010101" pitchFamily="2" charset="-122"/>
              </a:rPr>
              <a:t>constant</a:t>
            </a:r>
            <a:br>
              <a:rPr lang="en-US" altLang="zh-CN" dirty="0">
                <a:solidFill>
                  <a:srgbClr val="FFFF00"/>
                </a:solidFill>
                <a:latin typeface="Arial" panose="020B0604020202020204" pitchFamily="34" charset="0"/>
                <a:ea typeface="宋体" panose="02010600030101010101" pitchFamily="2" charset="-122"/>
              </a:rPr>
            </a:br>
            <a:r>
              <a:rPr lang="en-US" altLang="zh-CN" dirty="0">
                <a:solidFill>
                  <a:srgbClr val="FFFF00"/>
                </a:solidFill>
                <a:latin typeface="Arial" panose="020B0604020202020204" pitchFamily="34" charset="0"/>
                <a:ea typeface="宋体" panose="02010600030101010101" pitchFamily="2" charset="-122"/>
              </a:rPr>
              <a:t>returns-to-scale</a:t>
            </a:r>
            <a:r>
              <a:rPr lang="zh-CN" altLang="en-US" dirty="0">
                <a:solidFill>
                  <a:srgbClr val="FFFF00"/>
                </a:solidFill>
                <a:latin typeface="Arial" panose="020B0604020202020204" pitchFamily="34" charset="0"/>
                <a:ea typeface="宋体" panose="02010600030101010101" pitchFamily="2" charset="-122"/>
              </a:rPr>
              <a:t>规模报酬不变</a:t>
            </a:r>
            <a:r>
              <a:rPr lang="en-US" altLang="zh-CN" dirty="0">
                <a:solidFill>
                  <a:schemeClr val="tx1"/>
                </a:solidFill>
                <a:latin typeface="Arial" panose="020B0604020202020204" pitchFamily="34" charset="0"/>
                <a:ea typeface="宋体" panose="02010600030101010101" pitchFamily="2" charset="-122"/>
              </a:rPr>
              <a:t>.</a:t>
            </a:r>
            <a:br>
              <a:rPr lang="en-US" altLang="zh-CN" dirty="0">
                <a:solidFill>
                  <a:schemeClr val="tx1"/>
                </a:solidFill>
                <a:latin typeface="Arial" panose="020B0604020202020204" pitchFamily="34" charset="0"/>
                <a:ea typeface="宋体" panose="02010600030101010101" pitchFamily="2" charset="-122"/>
              </a:rPr>
            </a:br>
            <a:r>
              <a:rPr lang="en-US" altLang="zh-CN" i="1" dirty="0">
                <a:solidFill>
                  <a:schemeClr val="tx1"/>
                </a:solidFill>
                <a:latin typeface="Arial" panose="020B0604020202020204" pitchFamily="34" charset="0"/>
                <a:ea typeface="宋体" panose="02010600030101010101" pitchFamily="2" charset="-122"/>
              </a:rPr>
              <a:t>E.g</a:t>
            </a:r>
            <a:r>
              <a:rPr lang="en-US" altLang="zh-CN" dirty="0">
                <a:solidFill>
                  <a:schemeClr val="tx1"/>
                </a:solidFill>
                <a:latin typeface="Arial" panose="020B0604020202020204" pitchFamily="34" charset="0"/>
                <a:ea typeface="宋体" panose="02010600030101010101" pitchFamily="2" charset="-122"/>
              </a:rPr>
              <a:t>. (k = 2) doubling all input levels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doubles the output level.</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65538" name="Line 3"/>
          <p:cNvSpPr/>
          <p:nvPr/>
        </p:nvSpPr>
        <p:spPr>
          <a:xfrm>
            <a:off x="1447800" y="2209800"/>
            <a:ext cx="0" cy="3352800"/>
          </a:xfrm>
          <a:prstGeom prst="line">
            <a:avLst/>
          </a:prstGeom>
          <a:ln w="12700" cap="flat" cmpd="sng">
            <a:solidFill>
              <a:schemeClr val="tx1"/>
            </a:solidFill>
            <a:prstDash val="solid"/>
            <a:round/>
            <a:headEnd type="stealth" w="med" len="lg"/>
            <a:tailEnd type="none" w="sm" len="sm"/>
          </a:ln>
        </p:spPr>
      </p:sp>
      <p:sp>
        <p:nvSpPr>
          <p:cNvPr id="65539" name="Line 4"/>
          <p:cNvSpPr/>
          <p:nvPr/>
        </p:nvSpPr>
        <p:spPr>
          <a:xfrm>
            <a:off x="1447800" y="5562600"/>
            <a:ext cx="6324600" cy="0"/>
          </a:xfrm>
          <a:prstGeom prst="line">
            <a:avLst/>
          </a:prstGeom>
          <a:ln w="12700" cap="flat" cmpd="sng">
            <a:solidFill>
              <a:schemeClr val="tx1"/>
            </a:solidFill>
            <a:prstDash val="solid"/>
            <a:round/>
            <a:headEnd type="none" w="sm" len="sm"/>
            <a:tailEnd type="stealth" w="med" len="lg"/>
          </a:ln>
        </p:spPr>
      </p:sp>
      <p:sp>
        <p:nvSpPr>
          <p:cNvPr id="65540" name="Rectangle 5"/>
          <p:cNvSpPr/>
          <p:nvPr/>
        </p:nvSpPr>
        <p:spPr>
          <a:xfrm>
            <a:off x="5943600" y="2400300"/>
            <a:ext cx="1433513"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rgbClr val="00FF00"/>
                </a:solidFill>
                <a:latin typeface="Arial" panose="020B0604020202020204" pitchFamily="34" charset="0"/>
                <a:ea typeface="宋体" panose="02010600030101010101" pitchFamily="2" charset="-122"/>
              </a:rPr>
              <a:t>y = f(x)</a:t>
            </a:r>
            <a:endParaRPr lang="en-US" altLang="zh-CN" sz="2800" dirty="0">
              <a:solidFill>
                <a:srgbClr val="FF6633"/>
              </a:solidFill>
              <a:latin typeface="Arial" panose="020B0604020202020204" pitchFamily="34" charset="0"/>
              <a:ea typeface="宋体" panose="02010600030101010101" pitchFamily="2" charset="-122"/>
            </a:endParaRPr>
          </a:p>
        </p:txBody>
      </p:sp>
      <p:sp>
        <p:nvSpPr>
          <p:cNvPr id="65541" name="Line 6"/>
          <p:cNvSpPr/>
          <p:nvPr/>
        </p:nvSpPr>
        <p:spPr>
          <a:xfrm>
            <a:off x="3438525" y="4251325"/>
            <a:ext cx="0" cy="1311275"/>
          </a:xfrm>
          <a:prstGeom prst="line">
            <a:avLst/>
          </a:prstGeom>
          <a:ln w="25400" cap="flat" cmpd="sng">
            <a:solidFill>
              <a:schemeClr val="tx1"/>
            </a:solidFill>
            <a:prstDash val="dash"/>
            <a:round/>
            <a:headEnd type="none" w="sm" len="sm"/>
            <a:tailEnd type="none" w="sm" len="sm"/>
          </a:ln>
        </p:spPr>
      </p:sp>
      <p:sp>
        <p:nvSpPr>
          <p:cNvPr id="65542" name="Rectangle 7"/>
          <p:cNvSpPr/>
          <p:nvPr/>
        </p:nvSpPr>
        <p:spPr>
          <a:xfrm>
            <a:off x="3241675" y="5576888"/>
            <a:ext cx="4810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5543" name="Rectangle 8"/>
          <p:cNvSpPr/>
          <p:nvPr/>
        </p:nvSpPr>
        <p:spPr>
          <a:xfrm>
            <a:off x="7756525" y="557688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5544" name="Rectangle 9"/>
          <p:cNvSpPr/>
          <p:nvPr/>
        </p:nvSpPr>
        <p:spPr>
          <a:xfrm>
            <a:off x="3429000" y="6019800"/>
            <a:ext cx="2286000"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Input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5545" name="Rectangle 10"/>
          <p:cNvSpPr/>
          <p:nvPr/>
        </p:nvSpPr>
        <p:spPr>
          <a:xfrm>
            <a:off x="288925" y="1752600"/>
            <a:ext cx="2378075"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Output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5546" name="Line 11"/>
          <p:cNvSpPr/>
          <p:nvPr/>
        </p:nvSpPr>
        <p:spPr>
          <a:xfrm flipH="1">
            <a:off x="1447800" y="4262438"/>
            <a:ext cx="1984375" cy="0"/>
          </a:xfrm>
          <a:prstGeom prst="line">
            <a:avLst/>
          </a:prstGeom>
          <a:ln w="25400" cap="flat" cmpd="sng">
            <a:solidFill>
              <a:schemeClr val="tx1"/>
            </a:solidFill>
            <a:prstDash val="dash"/>
            <a:round/>
            <a:headEnd type="none" w="sm" len="sm"/>
            <a:tailEnd type="none" w="sm" len="sm"/>
          </a:ln>
        </p:spPr>
      </p:sp>
      <p:sp>
        <p:nvSpPr>
          <p:cNvPr id="65547" name="Rectangle 12"/>
          <p:cNvSpPr/>
          <p:nvPr/>
        </p:nvSpPr>
        <p:spPr>
          <a:xfrm>
            <a:off x="974725" y="3971925"/>
            <a:ext cx="481013"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5548" name="Rectangle 13"/>
          <p:cNvSpPr/>
          <p:nvPr/>
        </p:nvSpPr>
        <p:spPr>
          <a:xfrm>
            <a:off x="2274888" y="1036638"/>
            <a:ext cx="44053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One input, one output</a:t>
            </a:r>
            <a:endParaRPr lang="en-US" altLang="zh-CN" dirty="0">
              <a:solidFill>
                <a:schemeClr val="tx1"/>
              </a:solidFill>
              <a:latin typeface="Arial" panose="020B0604020202020204" pitchFamily="34" charset="0"/>
              <a:ea typeface="宋体" panose="02010600030101010101" pitchFamily="2" charset="-122"/>
            </a:endParaRPr>
          </a:p>
        </p:txBody>
      </p:sp>
      <p:sp>
        <p:nvSpPr>
          <p:cNvPr id="65549" name="Line 14"/>
          <p:cNvSpPr/>
          <p:nvPr/>
        </p:nvSpPr>
        <p:spPr>
          <a:xfrm flipV="1">
            <a:off x="1439863" y="2649538"/>
            <a:ext cx="4416425" cy="2914650"/>
          </a:xfrm>
          <a:prstGeom prst="line">
            <a:avLst/>
          </a:prstGeom>
          <a:ln w="50800" cap="flat" cmpd="sng">
            <a:solidFill>
              <a:srgbClr val="00FF00"/>
            </a:solidFill>
            <a:prstDash val="solid"/>
            <a:round/>
            <a:headEnd type="none" w="sm" len="sm"/>
            <a:tailEnd type="none" w="sm" len="sm"/>
          </a:ln>
        </p:spPr>
      </p:sp>
      <p:sp>
        <p:nvSpPr>
          <p:cNvPr id="65550" name="Oval 15"/>
          <p:cNvSpPr/>
          <p:nvPr/>
        </p:nvSpPr>
        <p:spPr>
          <a:xfrm>
            <a:off x="3309938" y="4141788"/>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65551" name="Line 16"/>
          <p:cNvSpPr/>
          <p:nvPr/>
        </p:nvSpPr>
        <p:spPr>
          <a:xfrm>
            <a:off x="5427663" y="2938463"/>
            <a:ext cx="0" cy="2624137"/>
          </a:xfrm>
          <a:prstGeom prst="line">
            <a:avLst/>
          </a:prstGeom>
          <a:ln w="25400" cap="flat" cmpd="sng">
            <a:solidFill>
              <a:schemeClr val="tx1"/>
            </a:solidFill>
            <a:prstDash val="dash"/>
            <a:round/>
            <a:headEnd type="none" w="sm" len="sm"/>
            <a:tailEnd type="none" w="sm" len="sm"/>
          </a:ln>
        </p:spPr>
      </p:sp>
      <p:sp>
        <p:nvSpPr>
          <p:cNvPr id="65552" name="Line 17"/>
          <p:cNvSpPr/>
          <p:nvPr/>
        </p:nvSpPr>
        <p:spPr>
          <a:xfrm flipH="1">
            <a:off x="1439863" y="2941638"/>
            <a:ext cx="3968750" cy="0"/>
          </a:xfrm>
          <a:prstGeom prst="line">
            <a:avLst/>
          </a:prstGeom>
          <a:ln w="25400" cap="flat" cmpd="sng">
            <a:solidFill>
              <a:schemeClr val="tx1"/>
            </a:solidFill>
            <a:prstDash val="dash"/>
            <a:round/>
            <a:headEnd type="none" w="sm" len="sm"/>
            <a:tailEnd type="none" w="sm" len="sm"/>
          </a:ln>
        </p:spPr>
      </p:sp>
      <p:sp>
        <p:nvSpPr>
          <p:cNvPr id="65553" name="Rectangle 18"/>
          <p:cNvSpPr/>
          <p:nvPr/>
        </p:nvSpPr>
        <p:spPr>
          <a:xfrm>
            <a:off x="5087938" y="5576888"/>
            <a:ext cx="67786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2x’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5554" name="Rectangle 19"/>
          <p:cNvSpPr/>
          <p:nvPr/>
        </p:nvSpPr>
        <p:spPr>
          <a:xfrm>
            <a:off x="788988" y="2643188"/>
            <a:ext cx="67786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2y’</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5555" name="Rectangle 20"/>
          <p:cNvSpPr/>
          <p:nvPr/>
        </p:nvSpPr>
        <p:spPr>
          <a:xfrm>
            <a:off x="5622925" y="3513138"/>
            <a:ext cx="3255963"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Constant</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returns-to-scale</a:t>
            </a:r>
            <a:endParaRPr lang="en-US" altLang="zh-CN" dirty="0">
              <a:solidFill>
                <a:schemeClr val="tx1"/>
              </a:solidFill>
              <a:latin typeface="Arial" panose="020B0604020202020204" pitchFamily="34" charset="0"/>
              <a:ea typeface="宋体" panose="02010600030101010101" pitchFamily="2" charset="-122"/>
            </a:endParaRPr>
          </a:p>
        </p:txBody>
      </p:sp>
      <p:sp>
        <p:nvSpPr>
          <p:cNvPr id="65556" name="Oval 21"/>
          <p:cNvSpPr/>
          <p:nvPr/>
        </p:nvSpPr>
        <p:spPr>
          <a:xfrm>
            <a:off x="5300663" y="2814638"/>
            <a:ext cx="215900" cy="228600"/>
          </a:xfrm>
          <a:prstGeom prst="ellipse">
            <a:avLst/>
          </a:prstGeom>
          <a:solidFill>
            <a:srgbClr val="FFFF00"/>
          </a:solidFill>
          <a:ln w="12700" cap="flat" cmpd="sng">
            <a:solidFill>
              <a:srgbClr val="FFFF00"/>
            </a:solidFill>
            <a:prstDash val="solid"/>
            <a:round/>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66562" name="Rectangle 3"/>
          <p:cNvSpPr/>
          <p:nvPr/>
        </p:nvSpPr>
        <p:spPr>
          <a:xfrm>
            <a:off x="527050" y="1350963"/>
            <a:ext cx="644366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If, for any input bundle (x</a:t>
            </a:r>
            <a:r>
              <a:rPr lang="en-US" altLang="zh-CN" baseline="-25000" dirty="0">
                <a:solidFill>
                  <a:schemeClr val="tx1"/>
                </a:solidFill>
                <a:latin typeface="Arial" panose="020B0604020202020204" pitchFamily="34" charset="0"/>
                <a:ea typeface="宋体" panose="02010600030101010101" pitchFamily="2" charset="-122"/>
              </a:rPr>
              <a:t>1</a:t>
            </a: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n</a:t>
            </a:r>
            <a:r>
              <a:rPr lang="en-US" altLang="zh-CN" dirty="0">
                <a:solidFill>
                  <a:schemeClr val="tx1"/>
                </a:solidFill>
                <a:latin typeface="Arial" panose="020B0604020202020204" pitchFamily="34" charset="0"/>
                <a:ea typeface="宋体" panose="02010600030101010101" pitchFamily="2" charset="-122"/>
              </a:rPr>
              <a:t>),</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6563" name="Object 0"/>
          <p:cNvGraphicFramePr/>
          <p:nvPr/>
        </p:nvGraphicFramePr>
        <p:xfrm>
          <a:off x="1244600" y="2117725"/>
          <a:ext cx="6786563" cy="460375"/>
        </p:xfrm>
        <a:graphic>
          <a:graphicData uri="http://schemas.openxmlformats.org/presentationml/2006/ole">
            <mc:AlternateContent xmlns:mc="http://schemas.openxmlformats.org/markup-compatibility/2006">
              <mc:Choice xmlns:v="urn:schemas-microsoft-com:vml" Requires="v">
                <p:oleObj spid="_x0000_s3100" name="" r:id="rId1" imgW="3896995" imgH="283210" progId="Equation.2">
                  <p:embed/>
                </p:oleObj>
              </mc:Choice>
              <mc:Fallback>
                <p:oleObj name="" r:id="rId1" imgW="3896995" imgH="283210" progId="Equation.2">
                  <p:embed/>
                  <p:pic>
                    <p:nvPicPr>
                      <p:cNvPr id="0" name="图片 3099"/>
                      <p:cNvPicPr/>
                      <p:nvPr/>
                    </p:nvPicPr>
                    <p:blipFill>
                      <a:blip r:embed="rId2">
                        <a:clrChange>
                          <a:clrFrom>
                            <a:srgbClr val="000000"/>
                          </a:clrFrom>
                          <a:clrTo>
                            <a:srgbClr val="FFFF00"/>
                          </a:clrTo>
                        </a:clrChange>
                      </a:blip>
                      <a:stretch>
                        <a:fillRect/>
                      </a:stretch>
                    </p:blipFill>
                    <p:spPr>
                      <a:xfrm>
                        <a:off x="1244600" y="2117725"/>
                        <a:ext cx="6786563" cy="460375"/>
                      </a:xfrm>
                      <a:prstGeom prst="rect">
                        <a:avLst/>
                      </a:prstGeom>
                      <a:noFill/>
                      <a:ln w="38100">
                        <a:noFill/>
                        <a:miter/>
                      </a:ln>
                    </p:spPr>
                  </p:pic>
                </p:oleObj>
              </mc:Fallback>
            </mc:AlternateContent>
          </a:graphicData>
        </a:graphic>
      </p:graphicFrame>
      <p:sp>
        <p:nvSpPr>
          <p:cNvPr id="66564" name="Rectangle 5"/>
          <p:cNvSpPr/>
          <p:nvPr/>
        </p:nvSpPr>
        <p:spPr>
          <a:xfrm>
            <a:off x="527050" y="2732088"/>
            <a:ext cx="8148638" cy="2062162"/>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 the technology exhibits </a:t>
            </a:r>
            <a:r>
              <a:rPr lang="en-US" altLang="zh-CN" dirty="0">
                <a:solidFill>
                  <a:srgbClr val="FFFF00"/>
                </a:solidFill>
                <a:latin typeface="Arial" panose="020B0604020202020204" pitchFamily="34" charset="0"/>
                <a:ea typeface="宋体" panose="02010600030101010101" pitchFamily="2" charset="-122"/>
              </a:rPr>
              <a:t>diminishing</a:t>
            </a:r>
            <a:br>
              <a:rPr lang="en-US" altLang="zh-CN" dirty="0">
                <a:solidFill>
                  <a:srgbClr val="FFFF00"/>
                </a:solidFill>
                <a:latin typeface="Arial" panose="020B0604020202020204" pitchFamily="34" charset="0"/>
                <a:ea typeface="宋体" panose="02010600030101010101" pitchFamily="2" charset="-122"/>
              </a:rPr>
            </a:br>
            <a:r>
              <a:rPr lang="en-US" altLang="zh-CN" dirty="0">
                <a:solidFill>
                  <a:srgbClr val="FFFF00"/>
                </a:solidFill>
                <a:latin typeface="Arial" panose="020B0604020202020204" pitchFamily="34" charset="0"/>
                <a:ea typeface="宋体" panose="02010600030101010101" pitchFamily="2" charset="-122"/>
              </a:rPr>
              <a:t>returns-to-scale</a:t>
            </a:r>
            <a:r>
              <a:rPr lang="zh-CN" altLang="en-US" dirty="0">
                <a:solidFill>
                  <a:srgbClr val="FFFF00"/>
                </a:solidFill>
                <a:latin typeface="Arial" panose="020B0604020202020204" pitchFamily="34" charset="0"/>
                <a:ea typeface="宋体" panose="02010600030101010101" pitchFamily="2" charset="-122"/>
              </a:rPr>
              <a:t>规模报酬递减</a:t>
            </a:r>
            <a:r>
              <a:rPr lang="en-US" altLang="zh-CN" dirty="0">
                <a:solidFill>
                  <a:schemeClr val="tx1"/>
                </a:solidFill>
                <a:latin typeface="Arial" panose="020B0604020202020204" pitchFamily="34" charset="0"/>
                <a:ea typeface="宋体" panose="02010600030101010101" pitchFamily="2" charset="-122"/>
              </a:rPr>
              <a:t>.</a:t>
            </a:r>
            <a:br>
              <a:rPr lang="en-US" altLang="zh-CN" dirty="0">
                <a:solidFill>
                  <a:schemeClr val="tx1"/>
                </a:solidFill>
                <a:latin typeface="Arial" panose="020B0604020202020204" pitchFamily="34" charset="0"/>
                <a:ea typeface="宋体" panose="02010600030101010101" pitchFamily="2" charset="-122"/>
              </a:rPr>
            </a:br>
            <a:r>
              <a:rPr lang="en-US" altLang="zh-CN" i="1" dirty="0">
                <a:solidFill>
                  <a:schemeClr val="tx1"/>
                </a:solidFill>
                <a:latin typeface="Arial" panose="020B0604020202020204" pitchFamily="34" charset="0"/>
                <a:ea typeface="宋体" panose="02010600030101010101" pitchFamily="2" charset="-122"/>
              </a:rPr>
              <a:t>E.g</a:t>
            </a:r>
            <a:r>
              <a:rPr lang="en-US" altLang="zh-CN" dirty="0">
                <a:solidFill>
                  <a:schemeClr val="tx1"/>
                </a:solidFill>
                <a:latin typeface="Arial" panose="020B0604020202020204" pitchFamily="34" charset="0"/>
                <a:ea typeface="宋体" panose="02010600030101010101" pitchFamily="2" charset="-122"/>
              </a:rPr>
              <a:t>. (k = 2) doubling all input levels less </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than doubles the output level.</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67586" name="Line 3"/>
          <p:cNvSpPr/>
          <p:nvPr/>
        </p:nvSpPr>
        <p:spPr>
          <a:xfrm>
            <a:off x="1447800" y="2209800"/>
            <a:ext cx="0" cy="3352800"/>
          </a:xfrm>
          <a:prstGeom prst="line">
            <a:avLst/>
          </a:prstGeom>
          <a:ln w="12700" cap="flat" cmpd="sng">
            <a:solidFill>
              <a:schemeClr val="tx1"/>
            </a:solidFill>
            <a:prstDash val="solid"/>
            <a:round/>
            <a:headEnd type="stealth" w="med" len="lg"/>
            <a:tailEnd type="none" w="sm" len="sm"/>
          </a:ln>
        </p:spPr>
      </p:sp>
      <p:sp>
        <p:nvSpPr>
          <p:cNvPr id="67587" name="Line 4"/>
          <p:cNvSpPr/>
          <p:nvPr/>
        </p:nvSpPr>
        <p:spPr>
          <a:xfrm>
            <a:off x="1447800" y="5562600"/>
            <a:ext cx="6324600" cy="0"/>
          </a:xfrm>
          <a:prstGeom prst="line">
            <a:avLst/>
          </a:prstGeom>
          <a:ln w="12700" cap="flat" cmpd="sng">
            <a:solidFill>
              <a:schemeClr val="tx1"/>
            </a:solidFill>
            <a:prstDash val="solid"/>
            <a:round/>
            <a:headEnd type="none" w="sm" len="sm"/>
            <a:tailEnd type="stealth" w="med" len="lg"/>
          </a:ln>
        </p:spPr>
      </p:sp>
      <p:sp>
        <p:nvSpPr>
          <p:cNvPr id="67588" name="Rectangle 5"/>
          <p:cNvSpPr/>
          <p:nvPr/>
        </p:nvSpPr>
        <p:spPr>
          <a:xfrm>
            <a:off x="6400800" y="2514600"/>
            <a:ext cx="1433513"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rgbClr val="00FF00"/>
                </a:solidFill>
                <a:latin typeface="Arial" panose="020B0604020202020204" pitchFamily="34" charset="0"/>
                <a:ea typeface="宋体" panose="02010600030101010101" pitchFamily="2" charset="-122"/>
              </a:rPr>
              <a:t>y = f(x)</a:t>
            </a:r>
            <a:endParaRPr lang="en-US" altLang="zh-CN" sz="2800" dirty="0">
              <a:solidFill>
                <a:srgbClr val="FF3300"/>
              </a:solidFill>
              <a:latin typeface="Arial" panose="020B0604020202020204" pitchFamily="34" charset="0"/>
              <a:ea typeface="宋体" panose="02010600030101010101" pitchFamily="2" charset="-122"/>
            </a:endParaRPr>
          </a:p>
        </p:txBody>
      </p:sp>
      <p:sp>
        <p:nvSpPr>
          <p:cNvPr id="67589" name="Line 6"/>
          <p:cNvSpPr/>
          <p:nvPr/>
        </p:nvSpPr>
        <p:spPr>
          <a:xfrm>
            <a:off x="2538413" y="4208463"/>
            <a:ext cx="0" cy="1354137"/>
          </a:xfrm>
          <a:prstGeom prst="line">
            <a:avLst/>
          </a:prstGeom>
          <a:ln w="25400" cap="flat" cmpd="sng">
            <a:solidFill>
              <a:schemeClr val="tx1"/>
            </a:solidFill>
            <a:prstDash val="dash"/>
            <a:round/>
            <a:headEnd type="none" w="sm" len="sm"/>
            <a:tailEnd type="none" w="sm" len="sm"/>
          </a:ln>
        </p:spPr>
      </p:sp>
      <p:sp>
        <p:nvSpPr>
          <p:cNvPr id="67590" name="Rectangle 7"/>
          <p:cNvSpPr/>
          <p:nvPr/>
        </p:nvSpPr>
        <p:spPr>
          <a:xfrm>
            <a:off x="2341563" y="5576888"/>
            <a:ext cx="48101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7591" name="Rectangle 8"/>
          <p:cNvSpPr/>
          <p:nvPr/>
        </p:nvSpPr>
        <p:spPr>
          <a:xfrm>
            <a:off x="7756525" y="557688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7592" name="Rectangle 9"/>
          <p:cNvSpPr/>
          <p:nvPr/>
        </p:nvSpPr>
        <p:spPr>
          <a:xfrm>
            <a:off x="3429000" y="6019800"/>
            <a:ext cx="2286000"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Input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7593" name="Rectangle 10"/>
          <p:cNvSpPr/>
          <p:nvPr/>
        </p:nvSpPr>
        <p:spPr>
          <a:xfrm>
            <a:off x="288925" y="1752600"/>
            <a:ext cx="2378075"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Output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7594" name="Line 11"/>
          <p:cNvSpPr/>
          <p:nvPr/>
        </p:nvSpPr>
        <p:spPr>
          <a:xfrm flipH="1">
            <a:off x="1447800" y="4219575"/>
            <a:ext cx="1074738" cy="0"/>
          </a:xfrm>
          <a:prstGeom prst="line">
            <a:avLst/>
          </a:prstGeom>
          <a:ln w="25400" cap="flat" cmpd="sng">
            <a:solidFill>
              <a:schemeClr val="tx1"/>
            </a:solidFill>
            <a:prstDash val="dash"/>
            <a:round/>
            <a:headEnd type="none" w="sm" len="sm"/>
            <a:tailEnd type="none" w="sm" len="sm"/>
          </a:ln>
        </p:spPr>
      </p:sp>
      <p:sp>
        <p:nvSpPr>
          <p:cNvPr id="67595" name="Rectangle 12"/>
          <p:cNvSpPr/>
          <p:nvPr/>
        </p:nvSpPr>
        <p:spPr>
          <a:xfrm>
            <a:off x="631825" y="3957638"/>
            <a:ext cx="836613"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f(x’)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7596" name="Rectangle 13"/>
          <p:cNvSpPr/>
          <p:nvPr/>
        </p:nvSpPr>
        <p:spPr>
          <a:xfrm>
            <a:off x="2274888" y="1036638"/>
            <a:ext cx="44053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One input, one output</a:t>
            </a:r>
            <a:endParaRPr lang="en-US" altLang="zh-CN" dirty="0">
              <a:solidFill>
                <a:schemeClr val="tx1"/>
              </a:solidFill>
              <a:latin typeface="Arial" panose="020B0604020202020204" pitchFamily="34" charset="0"/>
              <a:ea typeface="宋体" panose="02010600030101010101" pitchFamily="2" charset="-122"/>
            </a:endParaRPr>
          </a:p>
        </p:txBody>
      </p:sp>
      <p:sp>
        <p:nvSpPr>
          <p:cNvPr id="67597" name="Arc 14"/>
          <p:cNvSpPr/>
          <p:nvPr/>
        </p:nvSpPr>
        <p:spPr>
          <a:xfrm rot="10500000">
            <a:off x="1365250" y="3048000"/>
            <a:ext cx="5140325" cy="3173413"/>
          </a:xfrm>
          <a:custGeom>
            <a:avLst/>
            <a:gdLst/>
            <a:ahLst/>
            <a:cxnLst>
              <a:cxn ang="0">
                <a:pos x="2147483646" y="2147483646"/>
              </a:cxn>
              <a:cxn ang="0">
                <a:pos x="0" y="2147483646"/>
              </a:cxn>
              <a:cxn ang="0">
                <a:pos x="0" y="0"/>
              </a:cxn>
            </a:cxnLst>
            <a:pathLst>
              <a:path w="20738" h="21600" fill="none">
                <a:moveTo>
                  <a:pt x="20738" y="6041"/>
                </a:moveTo>
                <a:cubicBezTo>
                  <a:pt x="18052" y="15260"/>
                  <a:pt x="9602" y="21599"/>
                  <a:pt x="0" y="21600"/>
                </a:cubicBezTo>
              </a:path>
              <a:path w="20738" h="21600" stroke="0">
                <a:moveTo>
                  <a:pt x="20738" y="6041"/>
                </a:moveTo>
                <a:cubicBezTo>
                  <a:pt x="18052" y="15260"/>
                  <a:pt x="9602" y="21599"/>
                  <a:pt x="0" y="21600"/>
                </a:cubicBezTo>
                <a:lnTo>
                  <a:pt x="0" y="0"/>
                </a:lnTo>
                <a:lnTo>
                  <a:pt x="20738" y="6041"/>
                </a:lnTo>
                <a:close/>
              </a:path>
            </a:pathLst>
          </a:custGeom>
          <a:noFill/>
          <a:ln w="50800" cap="rnd" cmpd="sng">
            <a:solidFill>
              <a:srgbClr val="00FF00"/>
            </a:solidFill>
            <a:prstDash val="solid"/>
            <a:round/>
            <a:headEnd type="none" w="sm" len="sm"/>
            <a:tailEnd type="none" w="sm" len="sm"/>
          </a:ln>
        </p:spPr>
        <p:txBody>
          <a:bodyPr/>
          <a:p>
            <a:endParaRPr lang="zh-CN" altLang="en-US"/>
          </a:p>
        </p:txBody>
      </p:sp>
      <p:sp>
        <p:nvSpPr>
          <p:cNvPr id="67598" name="Line 15"/>
          <p:cNvSpPr/>
          <p:nvPr/>
        </p:nvSpPr>
        <p:spPr>
          <a:xfrm>
            <a:off x="3683000" y="2765425"/>
            <a:ext cx="0" cy="2797175"/>
          </a:xfrm>
          <a:prstGeom prst="line">
            <a:avLst/>
          </a:prstGeom>
          <a:ln w="25400" cap="flat" cmpd="sng">
            <a:solidFill>
              <a:schemeClr val="tx1"/>
            </a:solidFill>
            <a:prstDash val="dash"/>
            <a:round/>
            <a:headEnd type="none" w="sm" len="sm"/>
            <a:tailEnd type="none" w="sm" len="sm"/>
          </a:ln>
        </p:spPr>
      </p:sp>
      <p:sp>
        <p:nvSpPr>
          <p:cNvPr id="67599" name="Line 16"/>
          <p:cNvSpPr/>
          <p:nvPr/>
        </p:nvSpPr>
        <p:spPr>
          <a:xfrm flipV="1">
            <a:off x="3389313" y="3630613"/>
            <a:ext cx="0" cy="14287"/>
          </a:xfrm>
          <a:prstGeom prst="line">
            <a:avLst/>
          </a:prstGeom>
          <a:ln w="12700" cap="flat" cmpd="sng">
            <a:solidFill>
              <a:schemeClr val="tx1"/>
            </a:solidFill>
            <a:prstDash val="solid"/>
            <a:round/>
            <a:headEnd type="none" w="sm" len="sm"/>
            <a:tailEnd type="none" w="sm" len="sm"/>
          </a:ln>
        </p:spPr>
      </p:sp>
      <p:sp>
        <p:nvSpPr>
          <p:cNvPr id="67600" name="Line 17"/>
          <p:cNvSpPr/>
          <p:nvPr/>
        </p:nvSpPr>
        <p:spPr>
          <a:xfrm flipV="1">
            <a:off x="1439863" y="2357438"/>
            <a:ext cx="2549525" cy="3206750"/>
          </a:xfrm>
          <a:prstGeom prst="line">
            <a:avLst/>
          </a:prstGeom>
          <a:ln w="25400" cap="flat" cmpd="sng">
            <a:solidFill>
              <a:schemeClr val="tx1"/>
            </a:solidFill>
            <a:prstDash val="solid"/>
            <a:round/>
            <a:headEnd type="none" w="sm" len="sm"/>
            <a:tailEnd type="none" w="sm" len="sm"/>
          </a:ln>
        </p:spPr>
      </p:sp>
      <p:sp>
        <p:nvSpPr>
          <p:cNvPr id="67601" name="Line 18"/>
          <p:cNvSpPr/>
          <p:nvPr/>
        </p:nvSpPr>
        <p:spPr>
          <a:xfrm flipH="1">
            <a:off x="1439863" y="3540125"/>
            <a:ext cx="2222500" cy="0"/>
          </a:xfrm>
          <a:prstGeom prst="line">
            <a:avLst/>
          </a:prstGeom>
          <a:ln w="25400" cap="flat" cmpd="sng">
            <a:solidFill>
              <a:schemeClr val="tx1"/>
            </a:solidFill>
            <a:prstDash val="dash"/>
            <a:round/>
            <a:headEnd type="none" w="sm" len="sm"/>
            <a:tailEnd type="none" w="sm" len="sm"/>
          </a:ln>
        </p:spPr>
      </p:sp>
      <p:sp>
        <p:nvSpPr>
          <p:cNvPr id="67602" name="Line 19"/>
          <p:cNvSpPr/>
          <p:nvPr/>
        </p:nvSpPr>
        <p:spPr>
          <a:xfrm flipH="1">
            <a:off x="1439863" y="2760663"/>
            <a:ext cx="2222500" cy="0"/>
          </a:xfrm>
          <a:prstGeom prst="line">
            <a:avLst/>
          </a:prstGeom>
          <a:ln w="25400" cap="flat" cmpd="sng">
            <a:solidFill>
              <a:schemeClr val="tx1"/>
            </a:solidFill>
            <a:prstDash val="dash"/>
            <a:round/>
            <a:headEnd type="none" w="sm" len="sm"/>
            <a:tailEnd type="none" w="sm" len="sm"/>
          </a:ln>
        </p:spPr>
      </p:sp>
      <p:sp>
        <p:nvSpPr>
          <p:cNvPr id="67603" name="Rectangle 20"/>
          <p:cNvSpPr/>
          <p:nvPr/>
        </p:nvSpPr>
        <p:spPr>
          <a:xfrm>
            <a:off x="3357563" y="5576888"/>
            <a:ext cx="67786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2x’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7604" name="Rectangle 21"/>
          <p:cNvSpPr/>
          <p:nvPr/>
        </p:nvSpPr>
        <p:spPr>
          <a:xfrm>
            <a:off x="417513" y="3271838"/>
            <a:ext cx="103346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f(2x’)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7605" name="Rectangle 22"/>
          <p:cNvSpPr/>
          <p:nvPr/>
        </p:nvSpPr>
        <p:spPr>
          <a:xfrm>
            <a:off x="417513" y="2498725"/>
            <a:ext cx="1033462"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2f(x’)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7606" name="Oval 23"/>
          <p:cNvSpPr/>
          <p:nvPr/>
        </p:nvSpPr>
        <p:spPr>
          <a:xfrm>
            <a:off x="3563938" y="3416300"/>
            <a:ext cx="231775" cy="23177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67607" name="Oval 24"/>
          <p:cNvSpPr/>
          <p:nvPr/>
        </p:nvSpPr>
        <p:spPr>
          <a:xfrm>
            <a:off x="2401888" y="4087813"/>
            <a:ext cx="231775" cy="23177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67608" name="Rectangle 25"/>
          <p:cNvSpPr/>
          <p:nvPr/>
        </p:nvSpPr>
        <p:spPr>
          <a:xfrm>
            <a:off x="4408488" y="3406775"/>
            <a:ext cx="3255962"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Decreasing</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returns-to-scale</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68610" name="Rectangle 3"/>
          <p:cNvSpPr/>
          <p:nvPr/>
        </p:nvSpPr>
        <p:spPr>
          <a:xfrm>
            <a:off x="527050" y="1350963"/>
            <a:ext cx="644366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If, for any input bundle (x</a:t>
            </a:r>
            <a:r>
              <a:rPr lang="en-US" altLang="zh-CN" baseline="-25000" dirty="0">
                <a:solidFill>
                  <a:schemeClr val="tx1"/>
                </a:solidFill>
                <a:latin typeface="Arial" panose="020B0604020202020204" pitchFamily="34" charset="0"/>
                <a:ea typeface="宋体" panose="02010600030101010101" pitchFamily="2" charset="-122"/>
              </a:rPr>
              <a:t>1</a:t>
            </a: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n</a:t>
            </a:r>
            <a:r>
              <a:rPr lang="en-US" altLang="zh-CN" dirty="0">
                <a:solidFill>
                  <a:schemeClr val="tx1"/>
                </a:solidFill>
                <a:latin typeface="Arial" panose="020B0604020202020204" pitchFamily="34" charset="0"/>
                <a:ea typeface="宋体" panose="02010600030101010101" pitchFamily="2" charset="-122"/>
              </a:rPr>
              <a:t>),</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68611" name="Object 0"/>
          <p:cNvGraphicFramePr/>
          <p:nvPr/>
        </p:nvGraphicFramePr>
        <p:xfrm>
          <a:off x="1244600" y="2117725"/>
          <a:ext cx="6786563" cy="460375"/>
        </p:xfrm>
        <a:graphic>
          <a:graphicData uri="http://schemas.openxmlformats.org/presentationml/2006/ole">
            <mc:AlternateContent xmlns:mc="http://schemas.openxmlformats.org/markup-compatibility/2006">
              <mc:Choice xmlns:v="urn:schemas-microsoft-com:vml" Requires="v">
                <p:oleObj spid="_x0000_s3101" name="" r:id="rId1" imgW="3896995" imgH="283210" progId="Equation.2">
                  <p:embed/>
                </p:oleObj>
              </mc:Choice>
              <mc:Fallback>
                <p:oleObj name="" r:id="rId1" imgW="3896995" imgH="283210" progId="Equation.2">
                  <p:embed/>
                  <p:pic>
                    <p:nvPicPr>
                      <p:cNvPr id="0" name="图片 3100"/>
                      <p:cNvPicPr/>
                      <p:nvPr/>
                    </p:nvPicPr>
                    <p:blipFill>
                      <a:blip r:embed="rId2">
                        <a:clrChange>
                          <a:clrFrom>
                            <a:srgbClr val="000000"/>
                          </a:clrFrom>
                          <a:clrTo>
                            <a:srgbClr val="FFFF00"/>
                          </a:clrTo>
                        </a:clrChange>
                      </a:blip>
                      <a:stretch>
                        <a:fillRect/>
                      </a:stretch>
                    </p:blipFill>
                    <p:spPr>
                      <a:xfrm>
                        <a:off x="1244600" y="2117725"/>
                        <a:ext cx="6786563" cy="460375"/>
                      </a:xfrm>
                      <a:prstGeom prst="rect">
                        <a:avLst/>
                      </a:prstGeom>
                      <a:noFill/>
                      <a:ln w="38100">
                        <a:noFill/>
                        <a:miter/>
                      </a:ln>
                    </p:spPr>
                  </p:pic>
                </p:oleObj>
              </mc:Fallback>
            </mc:AlternateContent>
          </a:graphicData>
        </a:graphic>
      </p:graphicFrame>
      <p:sp>
        <p:nvSpPr>
          <p:cNvPr id="68612" name="Rectangle 5"/>
          <p:cNvSpPr/>
          <p:nvPr/>
        </p:nvSpPr>
        <p:spPr>
          <a:xfrm>
            <a:off x="527050" y="2732088"/>
            <a:ext cx="7897813" cy="2062162"/>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then the technology exhibits </a:t>
            </a:r>
            <a:r>
              <a:rPr lang="en-US" altLang="zh-CN" dirty="0">
                <a:solidFill>
                  <a:srgbClr val="FFFF00"/>
                </a:solidFill>
                <a:latin typeface="Arial" panose="020B0604020202020204" pitchFamily="34" charset="0"/>
                <a:ea typeface="宋体" panose="02010600030101010101" pitchFamily="2" charset="-122"/>
              </a:rPr>
              <a:t>increasing</a:t>
            </a:r>
            <a:br>
              <a:rPr lang="en-US" altLang="zh-CN" dirty="0">
                <a:solidFill>
                  <a:srgbClr val="FFFF00"/>
                </a:solidFill>
                <a:latin typeface="Arial" panose="020B0604020202020204" pitchFamily="34" charset="0"/>
                <a:ea typeface="宋体" panose="02010600030101010101" pitchFamily="2" charset="-122"/>
              </a:rPr>
            </a:br>
            <a:r>
              <a:rPr lang="en-US" altLang="zh-CN" dirty="0">
                <a:solidFill>
                  <a:srgbClr val="FFFF00"/>
                </a:solidFill>
                <a:latin typeface="Arial" panose="020B0604020202020204" pitchFamily="34" charset="0"/>
                <a:ea typeface="宋体" panose="02010600030101010101" pitchFamily="2" charset="-122"/>
              </a:rPr>
              <a:t>returns-to-scale</a:t>
            </a:r>
            <a:r>
              <a:rPr lang="zh-CN" altLang="en-US" dirty="0">
                <a:solidFill>
                  <a:srgbClr val="FFFF00"/>
                </a:solidFill>
                <a:latin typeface="Arial" panose="020B0604020202020204" pitchFamily="34" charset="0"/>
                <a:ea typeface="宋体" panose="02010600030101010101" pitchFamily="2" charset="-122"/>
              </a:rPr>
              <a:t>规模报酬递增</a:t>
            </a:r>
            <a:r>
              <a:rPr lang="en-US" altLang="zh-CN" dirty="0">
                <a:solidFill>
                  <a:schemeClr val="tx1"/>
                </a:solidFill>
                <a:latin typeface="Arial" panose="020B0604020202020204" pitchFamily="34" charset="0"/>
                <a:ea typeface="宋体" panose="02010600030101010101" pitchFamily="2" charset="-122"/>
              </a:rPr>
              <a:t>.</a:t>
            </a:r>
            <a:br>
              <a:rPr lang="en-US" altLang="zh-CN" dirty="0">
                <a:solidFill>
                  <a:schemeClr val="tx1"/>
                </a:solidFill>
                <a:latin typeface="Arial" panose="020B0604020202020204" pitchFamily="34" charset="0"/>
                <a:ea typeface="宋体" panose="02010600030101010101" pitchFamily="2" charset="-122"/>
              </a:rPr>
            </a:br>
            <a:r>
              <a:rPr lang="en-US" altLang="zh-CN" i="1" dirty="0">
                <a:solidFill>
                  <a:schemeClr val="tx1"/>
                </a:solidFill>
                <a:latin typeface="Arial" panose="020B0604020202020204" pitchFamily="34" charset="0"/>
                <a:ea typeface="宋体" panose="02010600030101010101" pitchFamily="2" charset="-122"/>
              </a:rPr>
              <a:t>E.g</a:t>
            </a:r>
            <a:r>
              <a:rPr lang="en-US" altLang="zh-CN" dirty="0">
                <a:solidFill>
                  <a:schemeClr val="tx1"/>
                </a:solidFill>
                <a:latin typeface="Arial" panose="020B0604020202020204" pitchFamily="34" charset="0"/>
                <a:ea typeface="宋体" panose="02010600030101010101" pitchFamily="2" charset="-122"/>
              </a:rPr>
              <a:t>. (k = 2) doubling all input levels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more than doubles the output level.</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69634" name="Line 3"/>
          <p:cNvSpPr/>
          <p:nvPr/>
        </p:nvSpPr>
        <p:spPr>
          <a:xfrm>
            <a:off x="1447800" y="2209800"/>
            <a:ext cx="0" cy="3352800"/>
          </a:xfrm>
          <a:prstGeom prst="line">
            <a:avLst/>
          </a:prstGeom>
          <a:ln w="12700" cap="flat" cmpd="sng">
            <a:solidFill>
              <a:schemeClr val="tx1"/>
            </a:solidFill>
            <a:prstDash val="solid"/>
            <a:round/>
            <a:headEnd type="stealth" w="med" len="lg"/>
            <a:tailEnd type="none" w="sm" len="sm"/>
          </a:ln>
        </p:spPr>
      </p:sp>
      <p:sp>
        <p:nvSpPr>
          <p:cNvPr id="69635" name="Line 4"/>
          <p:cNvSpPr/>
          <p:nvPr/>
        </p:nvSpPr>
        <p:spPr>
          <a:xfrm>
            <a:off x="1447800" y="5562600"/>
            <a:ext cx="6324600" cy="0"/>
          </a:xfrm>
          <a:prstGeom prst="line">
            <a:avLst/>
          </a:prstGeom>
          <a:ln w="12700" cap="flat" cmpd="sng">
            <a:solidFill>
              <a:schemeClr val="tx1"/>
            </a:solidFill>
            <a:prstDash val="solid"/>
            <a:round/>
            <a:headEnd type="none" w="sm" len="sm"/>
            <a:tailEnd type="stealth" w="med" len="lg"/>
          </a:ln>
        </p:spPr>
      </p:sp>
      <p:sp>
        <p:nvSpPr>
          <p:cNvPr id="69636" name="Rectangle 5"/>
          <p:cNvSpPr/>
          <p:nvPr/>
        </p:nvSpPr>
        <p:spPr>
          <a:xfrm>
            <a:off x="6400800" y="2514600"/>
            <a:ext cx="1433513"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rgbClr val="00FF00"/>
                </a:solidFill>
                <a:latin typeface="Arial" panose="020B0604020202020204" pitchFamily="34" charset="0"/>
                <a:ea typeface="宋体" panose="02010600030101010101" pitchFamily="2" charset="-122"/>
              </a:rPr>
              <a:t>y = f(x)</a:t>
            </a:r>
            <a:endParaRPr lang="en-US" altLang="zh-CN" sz="2800" dirty="0">
              <a:solidFill>
                <a:srgbClr val="FF3300"/>
              </a:solidFill>
              <a:latin typeface="Arial" panose="020B0604020202020204" pitchFamily="34" charset="0"/>
              <a:ea typeface="宋体" panose="02010600030101010101" pitchFamily="2" charset="-122"/>
            </a:endParaRPr>
          </a:p>
        </p:txBody>
      </p:sp>
      <p:sp>
        <p:nvSpPr>
          <p:cNvPr id="69637" name="Line 6"/>
          <p:cNvSpPr/>
          <p:nvPr/>
        </p:nvSpPr>
        <p:spPr>
          <a:xfrm>
            <a:off x="3690938" y="5045075"/>
            <a:ext cx="0" cy="503238"/>
          </a:xfrm>
          <a:prstGeom prst="line">
            <a:avLst/>
          </a:prstGeom>
          <a:ln w="25400" cap="flat" cmpd="sng">
            <a:solidFill>
              <a:schemeClr val="tx1"/>
            </a:solidFill>
            <a:prstDash val="dash"/>
            <a:round/>
            <a:headEnd type="none" w="sm" len="sm"/>
            <a:tailEnd type="none" w="sm" len="sm"/>
          </a:ln>
        </p:spPr>
      </p:sp>
      <p:sp>
        <p:nvSpPr>
          <p:cNvPr id="69638" name="Rectangle 7"/>
          <p:cNvSpPr/>
          <p:nvPr/>
        </p:nvSpPr>
        <p:spPr>
          <a:xfrm>
            <a:off x="3484563" y="5576888"/>
            <a:ext cx="48101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9639" name="Rectangle 8"/>
          <p:cNvSpPr/>
          <p:nvPr/>
        </p:nvSpPr>
        <p:spPr>
          <a:xfrm>
            <a:off x="7756525" y="557688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9640" name="Rectangle 9"/>
          <p:cNvSpPr/>
          <p:nvPr/>
        </p:nvSpPr>
        <p:spPr>
          <a:xfrm>
            <a:off x="3429000" y="6019800"/>
            <a:ext cx="2286000"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Input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9641" name="Rectangle 10"/>
          <p:cNvSpPr/>
          <p:nvPr/>
        </p:nvSpPr>
        <p:spPr>
          <a:xfrm>
            <a:off x="288925" y="1752600"/>
            <a:ext cx="2378075"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Output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9642" name="Line 11"/>
          <p:cNvSpPr/>
          <p:nvPr/>
        </p:nvSpPr>
        <p:spPr>
          <a:xfrm flipH="1">
            <a:off x="1439863" y="5056188"/>
            <a:ext cx="2235200" cy="0"/>
          </a:xfrm>
          <a:prstGeom prst="line">
            <a:avLst/>
          </a:prstGeom>
          <a:ln w="25400" cap="flat" cmpd="sng">
            <a:solidFill>
              <a:schemeClr val="tx1"/>
            </a:solidFill>
            <a:prstDash val="dash"/>
            <a:round/>
            <a:headEnd type="none" w="sm" len="sm"/>
            <a:tailEnd type="none" w="sm" len="sm"/>
          </a:ln>
        </p:spPr>
      </p:sp>
      <p:sp>
        <p:nvSpPr>
          <p:cNvPr id="69643" name="Rectangle 12"/>
          <p:cNvSpPr/>
          <p:nvPr/>
        </p:nvSpPr>
        <p:spPr>
          <a:xfrm>
            <a:off x="631825" y="4772025"/>
            <a:ext cx="836613"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f(x’)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9644" name="Line 13"/>
          <p:cNvSpPr/>
          <p:nvPr/>
        </p:nvSpPr>
        <p:spPr>
          <a:xfrm flipH="1">
            <a:off x="1439863" y="4535488"/>
            <a:ext cx="4459287" cy="0"/>
          </a:xfrm>
          <a:prstGeom prst="line">
            <a:avLst/>
          </a:prstGeom>
          <a:ln w="25400" cap="flat" cmpd="sng">
            <a:solidFill>
              <a:schemeClr val="tx1"/>
            </a:solidFill>
            <a:prstDash val="dash"/>
            <a:round/>
            <a:headEnd type="none" w="sm" len="sm"/>
            <a:tailEnd type="none" w="sm" len="sm"/>
          </a:ln>
        </p:spPr>
      </p:sp>
      <p:sp>
        <p:nvSpPr>
          <p:cNvPr id="69645" name="Rectangle 14"/>
          <p:cNvSpPr/>
          <p:nvPr/>
        </p:nvSpPr>
        <p:spPr>
          <a:xfrm>
            <a:off x="2274888" y="1036638"/>
            <a:ext cx="44053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One input, one output</a:t>
            </a:r>
            <a:endParaRPr lang="en-US" altLang="zh-CN" dirty="0">
              <a:solidFill>
                <a:schemeClr val="tx1"/>
              </a:solidFill>
              <a:latin typeface="Arial" panose="020B0604020202020204" pitchFamily="34" charset="0"/>
              <a:ea typeface="宋体" panose="02010600030101010101" pitchFamily="2" charset="-122"/>
            </a:endParaRPr>
          </a:p>
        </p:txBody>
      </p:sp>
      <p:sp>
        <p:nvSpPr>
          <p:cNvPr id="69646" name="Arc 15"/>
          <p:cNvSpPr/>
          <p:nvPr/>
        </p:nvSpPr>
        <p:spPr>
          <a:xfrm rot="-300000">
            <a:off x="1308100" y="2166938"/>
            <a:ext cx="5140325" cy="3173412"/>
          </a:xfrm>
          <a:custGeom>
            <a:avLst/>
            <a:gdLst/>
            <a:ahLst/>
            <a:cxnLst>
              <a:cxn ang="0">
                <a:pos x="2147483646" y="2147483646"/>
              </a:cxn>
              <a:cxn ang="0">
                <a:pos x="0" y="2147483646"/>
              </a:cxn>
              <a:cxn ang="0">
                <a:pos x="0" y="0"/>
              </a:cxn>
            </a:cxnLst>
            <a:pathLst>
              <a:path w="20738" h="21600" fill="none">
                <a:moveTo>
                  <a:pt x="20738" y="6041"/>
                </a:moveTo>
                <a:cubicBezTo>
                  <a:pt x="18052" y="15260"/>
                  <a:pt x="9602" y="21599"/>
                  <a:pt x="0" y="21600"/>
                </a:cubicBezTo>
              </a:path>
              <a:path w="20738" h="21600" stroke="0">
                <a:moveTo>
                  <a:pt x="20738" y="6041"/>
                </a:moveTo>
                <a:cubicBezTo>
                  <a:pt x="18052" y="15260"/>
                  <a:pt x="9602" y="21599"/>
                  <a:pt x="0" y="21600"/>
                </a:cubicBezTo>
                <a:lnTo>
                  <a:pt x="0" y="0"/>
                </a:lnTo>
                <a:lnTo>
                  <a:pt x="20738" y="6041"/>
                </a:lnTo>
                <a:close/>
              </a:path>
            </a:pathLst>
          </a:custGeom>
          <a:noFill/>
          <a:ln w="50800" cap="rnd" cmpd="sng">
            <a:solidFill>
              <a:srgbClr val="00FF00"/>
            </a:solidFill>
            <a:prstDash val="solid"/>
            <a:round/>
            <a:headEnd type="none" w="sm" len="sm"/>
            <a:tailEnd type="none" w="sm" len="sm"/>
          </a:ln>
        </p:spPr>
        <p:txBody>
          <a:bodyPr/>
          <a:p>
            <a:endParaRPr lang="zh-CN" altLang="en-US"/>
          </a:p>
        </p:txBody>
      </p:sp>
      <p:sp>
        <p:nvSpPr>
          <p:cNvPr id="69647" name="Line 16"/>
          <p:cNvSpPr/>
          <p:nvPr/>
        </p:nvSpPr>
        <p:spPr>
          <a:xfrm>
            <a:off x="5911850" y="2765425"/>
            <a:ext cx="0" cy="2797175"/>
          </a:xfrm>
          <a:prstGeom prst="line">
            <a:avLst/>
          </a:prstGeom>
          <a:ln w="25400" cap="flat" cmpd="sng">
            <a:solidFill>
              <a:schemeClr val="tx1"/>
            </a:solidFill>
            <a:prstDash val="dash"/>
            <a:round/>
            <a:headEnd type="none" w="sm" len="sm"/>
            <a:tailEnd type="none" w="sm" len="sm"/>
          </a:ln>
        </p:spPr>
      </p:sp>
      <p:sp>
        <p:nvSpPr>
          <p:cNvPr id="69648" name="Line 17"/>
          <p:cNvSpPr/>
          <p:nvPr/>
        </p:nvSpPr>
        <p:spPr>
          <a:xfrm flipV="1">
            <a:off x="3389313" y="3630613"/>
            <a:ext cx="0" cy="14287"/>
          </a:xfrm>
          <a:prstGeom prst="line">
            <a:avLst/>
          </a:prstGeom>
          <a:ln w="12700" cap="flat" cmpd="sng">
            <a:solidFill>
              <a:schemeClr val="tx1"/>
            </a:solidFill>
            <a:prstDash val="solid"/>
            <a:round/>
            <a:headEnd type="none" w="sm" len="sm"/>
            <a:tailEnd type="none" w="sm" len="sm"/>
          </a:ln>
        </p:spPr>
      </p:sp>
      <p:sp>
        <p:nvSpPr>
          <p:cNvPr id="69649" name="Line 18"/>
          <p:cNvSpPr/>
          <p:nvPr/>
        </p:nvSpPr>
        <p:spPr>
          <a:xfrm flipV="1">
            <a:off x="1439863" y="4410075"/>
            <a:ext cx="5094287" cy="1154113"/>
          </a:xfrm>
          <a:prstGeom prst="line">
            <a:avLst/>
          </a:prstGeom>
          <a:ln w="25400" cap="flat" cmpd="sng">
            <a:solidFill>
              <a:schemeClr val="tx1"/>
            </a:solidFill>
            <a:prstDash val="solid"/>
            <a:round/>
            <a:headEnd type="none" w="sm" len="sm"/>
            <a:tailEnd type="none" w="sm" len="sm"/>
          </a:ln>
        </p:spPr>
      </p:sp>
      <p:sp>
        <p:nvSpPr>
          <p:cNvPr id="69650" name="Line 19"/>
          <p:cNvSpPr/>
          <p:nvPr/>
        </p:nvSpPr>
        <p:spPr>
          <a:xfrm flipH="1">
            <a:off x="1439863" y="3568700"/>
            <a:ext cx="4459287" cy="0"/>
          </a:xfrm>
          <a:prstGeom prst="line">
            <a:avLst/>
          </a:prstGeom>
          <a:ln w="25400" cap="flat" cmpd="sng">
            <a:solidFill>
              <a:schemeClr val="tx1"/>
            </a:solidFill>
            <a:prstDash val="dash"/>
            <a:round/>
            <a:headEnd type="none" w="sm" len="sm"/>
            <a:tailEnd type="none" w="sm" len="sm"/>
          </a:ln>
        </p:spPr>
      </p:sp>
      <p:sp>
        <p:nvSpPr>
          <p:cNvPr id="69651" name="Rectangle 20"/>
          <p:cNvSpPr/>
          <p:nvPr/>
        </p:nvSpPr>
        <p:spPr>
          <a:xfrm>
            <a:off x="5551488" y="5576888"/>
            <a:ext cx="67786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2x’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9652" name="Rectangle 21"/>
          <p:cNvSpPr/>
          <p:nvPr/>
        </p:nvSpPr>
        <p:spPr>
          <a:xfrm>
            <a:off x="417513" y="3271838"/>
            <a:ext cx="103346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f(2x’)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9653" name="Rectangle 22"/>
          <p:cNvSpPr/>
          <p:nvPr/>
        </p:nvSpPr>
        <p:spPr>
          <a:xfrm>
            <a:off x="417513" y="4256088"/>
            <a:ext cx="1033462"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2f(x’)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69654" name="Oval 23"/>
          <p:cNvSpPr/>
          <p:nvPr/>
        </p:nvSpPr>
        <p:spPr>
          <a:xfrm>
            <a:off x="5800725" y="3446463"/>
            <a:ext cx="231775" cy="23177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69655" name="Oval 24"/>
          <p:cNvSpPr/>
          <p:nvPr/>
        </p:nvSpPr>
        <p:spPr>
          <a:xfrm>
            <a:off x="3570288" y="4924425"/>
            <a:ext cx="231775" cy="23177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69656" name="Rectangle 25"/>
          <p:cNvSpPr/>
          <p:nvPr/>
        </p:nvSpPr>
        <p:spPr>
          <a:xfrm>
            <a:off x="2351088" y="2325688"/>
            <a:ext cx="3255962"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Increasing</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returns-to-scale</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70658"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single technology can ‘locally’ exhibit different returns-to-scale.</a:t>
            </a:r>
            <a:endParaRPr lang="en-US" altLang="zh-CN" dirty="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r>
              <a:rPr lang="zh-CN" altLang="en-US" dirty="0">
                <a:ea typeface="宋体" panose="02010600030101010101" pitchFamily="2" charset="-122"/>
              </a:rPr>
              <a:t>规模报酬</a:t>
            </a:r>
            <a:endParaRPr lang="en-US" altLang="zh-CN" dirty="0">
              <a:ea typeface="宋体" panose="02010600030101010101" pitchFamily="2" charset="-122"/>
            </a:endParaRPr>
          </a:p>
        </p:txBody>
      </p:sp>
      <p:sp>
        <p:nvSpPr>
          <p:cNvPr id="71682" name="Line 3"/>
          <p:cNvSpPr/>
          <p:nvPr/>
        </p:nvSpPr>
        <p:spPr>
          <a:xfrm>
            <a:off x="1447800" y="2209800"/>
            <a:ext cx="0" cy="3352800"/>
          </a:xfrm>
          <a:prstGeom prst="line">
            <a:avLst/>
          </a:prstGeom>
          <a:ln w="12700" cap="flat" cmpd="sng">
            <a:solidFill>
              <a:schemeClr val="tx1"/>
            </a:solidFill>
            <a:prstDash val="solid"/>
            <a:round/>
            <a:headEnd type="stealth" w="med" len="lg"/>
            <a:tailEnd type="none" w="sm" len="sm"/>
          </a:ln>
        </p:spPr>
      </p:sp>
      <p:sp>
        <p:nvSpPr>
          <p:cNvPr id="71683" name="Line 4"/>
          <p:cNvSpPr/>
          <p:nvPr/>
        </p:nvSpPr>
        <p:spPr>
          <a:xfrm>
            <a:off x="1447800" y="5562600"/>
            <a:ext cx="6324600" cy="0"/>
          </a:xfrm>
          <a:prstGeom prst="line">
            <a:avLst/>
          </a:prstGeom>
          <a:ln w="12700" cap="flat" cmpd="sng">
            <a:solidFill>
              <a:schemeClr val="tx1"/>
            </a:solidFill>
            <a:prstDash val="solid"/>
            <a:round/>
            <a:headEnd type="none" w="sm" len="sm"/>
            <a:tailEnd type="stealth" w="med" len="lg"/>
          </a:ln>
        </p:spPr>
      </p:sp>
      <p:sp>
        <p:nvSpPr>
          <p:cNvPr id="71684" name="Rectangle 5"/>
          <p:cNvSpPr/>
          <p:nvPr/>
        </p:nvSpPr>
        <p:spPr>
          <a:xfrm>
            <a:off x="7697788" y="2746375"/>
            <a:ext cx="1433512"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rgbClr val="00FF00"/>
                </a:solidFill>
                <a:latin typeface="Arial" panose="020B0604020202020204" pitchFamily="34" charset="0"/>
                <a:ea typeface="宋体" panose="02010600030101010101" pitchFamily="2" charset="-122"/>
              </a:rPr>
              <a:t>y = f(x)</a:t>
            </a:r>
            <a:endParaRPr lang="en-US" altLang="zh-CN" sz="2800" dirty="0">
              <a:solidFill>
                <a:srgbClr val="FF3300"/>
              </a:solidFill>
              <a:latin typeface="Arial" panose="020B0604020202020204" pitchFamily="34" charset="0"/>
              <a:ea typeface="宋体" panose="02010600030101010101" pitchFamily="2" charset="-122"/>
            </a:endParaRPr>
          </a:p>
        </p:txBody>
      </p:sp>
      <p:sp>
        <p:nvSpPr>
          <p:cNvPr id="71685" name="Rectangle 6"/>
          <p:cNvSpPr/>
          <p:nvPr/>
        </p:nvSpPr>
        <p:spPr>
          <a:xfrm>
            <a:off x="7756525" y="5576888"/>
            <a:ext cx="382588"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71686" name="Rectangle 7"/>
          <p:cNvSpPr/>
          <p:nvPr/>
        </p:nvSpPr>
        <p:spPr>
          <a:xfrm>
            <a:off x="3429000" y="6019800"/>
            <a:ext cx="2286000"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Input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71687" name="Rectangle 8"/>
          <p:cNvSpPr/>
          <p:nvPr/>
        </p:nvSpPr>
        <p:spPr>
          <a:xfrm>
            <a:off x="288925" y="1752600"/>
            <a:ext cx="2378075" cy="5191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Output Level</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71688" name="Rectangle 9"/>
          <p:cNvSpPr/>
          <p:nvPr/>
        </p:nvSpPr>
        <p:spPr>
          <a:xfrm>
            <a:off x="2274888" y="1036638"/>
            <a:ext cx="44053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One input, one output</a:t>
            </a:r>
            <a:endParaRPr lang="en-US" altLang="zh-CN" dirty="0">
              <a:solidFill>
                <a:schemeClr val="tx1"/>
              </a:solidFill>
              <a:latin typeface="Arial" panose="020B0604020202020204" pitchFamily="34" charset="0"/>
              <a:ea typeface="宋体" panose="02010600030101010101" pitchFamily="2" charset="-122"/>
            </a:endParaRPr>
          </a:p>
        </p:txBody>
      </p:sp>
      <p:sp>
        <p:nvSpPr>
          <p:cNvPr id="71689" name="Line 11"/>
          <p:cNvSpPr/>
          <p:nvPr/>
        </p:nvSpPr>
        <p:spPr>
          <a:xfrm>
            <a:off x="5011738" y="2765425"/>
            <a:ext cx="0" cy="2797175"/>
          </a:xfrm>
          <a:prstGeom prst="line">
            <a:avLst/>
          </a:prstGeom>
          <a:ln w="25400" cap="flat" cmpd="sng">
            <a:solidFill>
              <a:schemeClr val="tx1"/>
            </a:solidFill>
            <a:prstDash val="dash"/>
            <a:round/>
            <a:headEnd type="none" w="sm" len="sm"/>
            <a:tailEnd type="none" w="sm" len="sm"/>
          </a:ln>
        </p:spPr>
      </p:sp>
      <p:sp>
        <p:nvSpPr>
          <p:cNvPr id="71690" name="Line 12"/>
          <p:cNvSpPr/>
          <p:nvPr/>
        </p:nvSpPr>
        <p:spPr>
          <a:xfrm flipV="1">
            <a:off x="3389313" y="3630613"/>
            <a:ext cx="0" cy="14287"/>
          </a:xfrm>
          <a:prstGeom prst="line">
            <a:avLst/>
          </a:prstGeom>
          <a:ln w="12700" cap="flat" cmpd="sng">
            <a:solidFill>
              <a:schemeClr val="tx1"/>
            </a:solidFill>
            <a:prstDash val="solid"/>
            <a:round/>
            <a:headEnd type="none" w="sm" len="sm"/>
            <a:tailEnd type="none" w="sm" len="sm"/>
          </a:ln>
        </p:spPr>
      </p:sp>
      <p:sp>
        <p:nvSpPr>
          <p:cNvPr id="71691" name="Rectangle 13"/>
          <p:cNvSpPr/>
          <p:nvPr/>
        </p:nvSpPr>
        <p:spPr>
          <a:xfrm>
            <a:off x="5233988" y="4205288"/>
            <a:ext cx="3249612"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hlink"/>
                </a:solidFill>
                <a:latin typeface="Arial" panose="020B0604020202020204" pitchFamily="34" charset="0"/>
                <a:ea typeface="宋体" panose="02010600030101010101" pitchFamily="2" charset="-122"/>
              </a:rPr>
              <a:t>Decreasing</a:t>
            </a:r>
            <a:br>
              <a:rPr lang="en-US" altLang="zh-CN" dirty="0">
                <a:solidFill>
                  <a:schemeClr val="hlink"/>
                </a:solidFill>
                <a:latin typeface="Arial" panose="020B0604020202020204" pitchFamily="34" charset="0"/>
                <a:ea typeface="宋体" panose="02010600030101010101" pitchFamily="2" charset="-122"/>
              </a:rPr>
            </a:br>
            <a:r>
              <a:rPr lang="en-US" altLang="zh-CN" dirty="0">
                <a:solidFill>
                  <a:schemeClr val="hlink"/>
                </a:solidFill>
                <a:latin typeface="Arial" panose="020B0604020202020204" pitchFamily="34" charset="0"/>
                <a:ea typeface="宋体" panose="02010600030101010101" pitchFamily="2" charset="-122"/>
              </a:rPr>
              <a:t>returns-to-scale</a:t>
            </a:r>
            <a:endParaRPr lang="en-US" altLang="zh-CN" dirty="0">
              <a:solidFill>
                <a:srgbClr val="33CC33"/>
              </a:solidFill>
              <a:latin typeface="Arial" panose="020B0604020202020204" pitchFamily="34" charset="0"/>
              <a:ea typeface="宋体" panose="02010600030101010101" pitchFamily="2" charset="-122"/>
            </a:endParaRPr>
          </a:p>
        </p:txBody>
      </p:sp>
      <p:sp>
        <p:nvSpPr>
          <p:cNvPr id="71692" name="Rectangle 15"/>
          <p:cNvSpPr/>
          <p:nvPr/>
        </p:nvSpPr>
        <p:spPr>
          <a:xfrm>
            <a:off x="1598613" y="2921000"/>
            <a:ext cx="3255962"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rgbClr val="FFFF00"/>
                </a:solidFill>
                <a:latin typeface="Arial" panose="020B0604020202020204" pitchFamily="34" charset="0"/>
                <a:ea typeface="宋体" panose="02010600030101010101" pitchFamily="2" charset="-122"/>
              </a:rPr>
              <a:t>Increasing</a:t>
            </a:r>
            <a:br>
              <a:rPr lang="en-US" altLang="zh-CN" dirty="0">
                <a:solidFill>
                  <a:srgbClr val="FFFF00"/>
                </a:solidFill>
                <a:latin typeface="Arial" panose="020B0604020202020204" pitchFamily="34" charset="0"/>
                <a:ea typeface="宋体" panose="02010600030101010101" pitchFamily="2" charset="-122"/>
              </a:rPr>
            </a:br>
            <a:r>
              <a:rPr lang="en-US" altLang="zh-CN" dirty="0">
                <a:solidFill>
                  <a:srgbClr val="FFFF00"/>
                </a:solidFill>
                <a:latin typeface="Arial" panose="020B0604020202020204" pitchFamily="34" charset="0"/>
                <a:ea typeface="宋体" panose="02010600030101010101" pitchFamily="2" charset="-122"/>
              </a:rPr>
              <a:t>returns-to-scale</a:t>
            </a:r>
            <a:endParaRPr lang="en-US" altLang="zh-CN" dirty="0">
              <a:solidFill>
                <a:srgbClr val="FFFF00"/>
              </a:solidFill>
              <a:latin typeface="Arial" panose="020B0604020202020204" pitchFamily="34" charset="0"/>
              <a:ea typeface="宋体" panose="02010600030101010101" pitchFamily="2" charset="-122"/>
            </a:endParaRPr>
          </a:p>
        </p:txBody>
      </p:sp>
      <p:sp>
        <p:nvSpPr>
          <p:cNvPr id="71693" name="Line 16"/>
          <p:cNvSpPr/>
          <p:nvPr/>
        </p:nvSpPr>
        <p:spPr>
          <a:xfrm>
            <a:off x="1439863" y="4021138"/>
            <a:ext cx="3565525" cy="0"/>
          </a:xfrm>
          <a:prstGeom prst="line">
            <a:avLst/>
          </a:prstGeom>
          <a:ln w="25400" cap="flat" cmpd="sng">
            <a:solidFill>
              <a:srgbClr val="FFFF00"/>
            </a:solidFill>
            <a:prstDash val="solid"/>
            <a:round/>
            <a:headEnd type="stealth" w="med" len="lg"/>
            <a:tailEnd type="stealth" w="med" len="lg"/>
          </a:ln>
        </p:spPr>
      </p:sp>
      <p:sp>
        <p:nvSpPr>
          <p:cNvPr id="71694" name="Line 17"/>
          <p:cNvSpPr/>
          <p:nvPr/>
        </p:nvSpPr>
        <p:spPr>
          <a:xfrm>
            <a:off x="5003800" y="5289550"/>
            <a:ext cx="2663825" cy="0"/>
          </a:xfrm>
          <a:prstGeom prst="line">
            <a:avLst/>
          </a:prstGeom>
          <a:ln w="25400" cap="flat" cmpd="sng">
            <a:solidFill>
              <a:schemeClr val="hlink"/>
            </a:solidFill>
            <a:prstDash val="solid"/>
            <a:round/>
            <a:headEnd type="none" w="sm" len="sm"/>
            <a:tailEnd type="stealth" w="med" len="lg"/>
          </a:ln>
        </p:spPr>
      </p:sp>
      <p:sp>
        <p:nvSpPr>
          <p:cNvPr id="71695" name="Freeform 19"/>
          <p:cNvSpPr/>
          <p:nvPr/>
        </p:nvSpPr>
        <p:spPr>
          <a:xfrm>
            <a:off x="1457325" y="3030538"/>
            <a:ext cx="6075363" cy="2525712"/>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3827" h="1591">
                <a:moveTo>
                  <a:pt x="0" y="1591"/>
                </a:moveTo>
                <a:cubicBezTo>
                  <a:pt x="413" y="1525"/>
                  <a:pt x="826" y="1459"/>
                  <a:pt x="1127" y="1382"/>
                </a:cubicBezTo>
                <a:cubicBezTo>
                  <a:pt x="1428" y="1305"/>
                  <a:pt x="1626" y="1223"/>
                  <a:pt x="1809" y="1128"/>
                </a:cubicBezTo>
                <a:cubicBezTo>
                  <a:pt x="1992" y="1033"/>
                  <a:pt x="2120" y="901"/>
                  <a:pt x="2227" y="809"/>
                </a:cubicBezTo>
                <a:cubicBezTo>
                  <a:pt x="2334" y="717"/>
                  <a:pt x="2368" y="650"/>
                  <a:pt x="2454" y="573"/>
                </a:cubicBezTo>
                <a:cubicBezTo>
                  <a:pt x="2540" y="496"/>
                  <a:pt x="2639" y="413"/>
                  <a:pt x="2745" y="346"/>
                </a:cubicBezTo>
                <a:cubicBezTo>
                  <a:pt x="2851" y="279"/>
                  <a:pt x="2970" y="221"/>
                  <a:pt x="3091" y="173"/>
                </a:cubicBezTo>
                <a:cubicBezTo>
                  <a:pt x="3212" y="125"/>
                  <a:pt x="3349" y="84"/>
                  <a:pt x="3472" y="55"/>
                </a:cubicBezTo>
                <a:cubicBezTo>
                  <a:pt x="3595" y="26"/>
                  <a:pt x="3760" y="9"/>
                  <a:pt x="3827" y="0"/>
                </a:cubicBezTo>
              </a:path>
            </a:pathLst>
          </a:custGeom>
          <a:noFill/>
          <a:ln w="38100" cap="flat" cmpd="sng">
            <a:solidFill>
              <a:srgbClr val="00FF00"/>
            </a:solidFill>
            <a:prstDash val="solid"/>
            <a:round/>
            <a:headEnd type="none" w="sm" len="sm"/>
            <a:tailEnd type="none" w="sm" len="sm"/>
          </a:ln>
        </p:spPr>
        <p:txBody>
          <a:bodyPr/>
          <a:p>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72706" name="Object 1024"/>
          <p:cNvGraphicFramePr/>
          <p:nvPr/>
        </p:nvGraphicFramePr>
        <p:xfrm>
          <a:off x="2036763" y="2276475"/>
          <a:ext cx="5011737" cy="436563"/>
        </p:xfrm>
        <a:graphic>
          <a:graphicData uri="http://schemas.openxmlformats.org/presentationml/2006/ole">
            <mc:AlternateContent xmlns:mc="http://schemas.openxmlformats.org/markup-compatibility/2006">
              <mc:Choice xmlns:v="urn:schemas-microsoft-com:vml" Requires="v">
                <p:oleObj spid="_x0000_s3102" name="" r:id="rId1" imgW="3034665" imgH="283210" progId="Equation.2">
                  <p:embed/>
                </p:oleObj>
              </mc:Choice>
              <mc:Fallback>
                <p:oleObj name="" r:id="rId1" imgW="3034665" imgH="283210" progId="Equation.2">
                  <p:embed/>
                  <p:pic>
                    <p:nvPicPr>
                      <p:cNvPr id="0" name="图片 3101"/>
                      <p:cNvPicPr/>
                      <p:nvPr/>
                    </p:nvPicPr>
                    <p:blipFill>
                      <a:blip r:embed="rId2">
                        <a:clrChange>
                          <a:clrFrom>
                            <a:srgbClr val="000000"/>
                          </a:clrFrom>
                          <a:clrTo>
                            <a:srgbClr val="FFFF00"/>
                          </a:clrTo>
                        </a:clrChange>
                      </a:blip>
                      <a:stretch>
                        <a:fillRect/>
                      </a:stretch>
                    </p:blipFill>
                    <p:spPr>
                      <a:xfrm>
                        <a:off x="2036763" y="2276475"/>
                        <a:ext cx="5011737" cy="436563"/>
                      </a:xfrm>
                      <a:prstGeom prst="rect">
                        <a:avLst/>
                      </a:prstGeom>
                      <a:noFill/>
                      <a:ln w="38100">
                        <a:noFill/>
                        <a:miter/>
                      </a:ln>
                    </p:spPr>
                  </p:pic>
                </p:oleObj>
              </mc:Fallback>
            </mc:AlternateContent>
          </a:graphicData>
        </a:graphic>
      </p:graphicFrame>
      <p:sp>
        <p:nvSpPr>
          <p:cNvPr id="72707" name="Rectangle 4"/>
          <p:cNvSpPr/>
          <p:nvPr/>
        </p:nvSpPr>
        <p:spPr>
          <a:xfrm>
            <a:off x="431800" y="1231900"/>
            <a:ext cx="8612188" cy="107791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perfect-substitutes </a:t>
            </a:r>
            <a:r>
              <a:rPr lang="zh-CN" altLang="en-US" dirty="0">
                <a:solidFill>
                  <a:schemeClr val="tx1"/>
                </a:solidFill>
                <a:latin typeface="Arial" panose="020B0604020202020204" pitchFamily="34" charset="0"/>
                <a:ea typeface="宋体" panose="02010600030101010101" pitchFamily="2" charset="-122"/>
              </a:rPr>
              <a:t>完全替代</a:t>
            </a:r>
            <a:r>
              <a:rPr lang="en-US" altLang="zh-CN" dirty="0">
                <a:solidFill>
                  <a:schemeClr val="tx1"/>
                </a:solidFill>
                <a:latin typeface="Arial" panose="020B0604020202020204" pitchFamily="34" charset="0"/>
                <a:ea typeface="宋体" panose="02010600030101010101" pitchFamily="2" charset="-122"/>
              </a:rPr>
              <a:t>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72708" name="Rectangle 5"/>
          <p:cNvSpPr/>
          <p:nvPr/>
        </p:nvSpPr>
        <p:spPr>
          <a:xfrm>
            <a:off x="431800" y="280352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72709" name="Object 1025"/>
          <p:cNvGraphicFramePr/>
          <p:nvPr/>
        </p:nvGraphicFramePr>
        <p:xfrm>
          <a:off x="1470025" y="3862388"/>
          <a:ext cx="6097588" cy="407987"/>
        </p:xfrm>
        <a:graphic>
          <a:graphicData uri="http://schemas.openxmlformats.org/presentationml/2006/ole">
            <mc:AlternateContent xmlns:mc="http://schemas.openxmlformats.org/markup-compatibility/2006">
              <mc:Choice xmlns:v="urn:schemas-microsoft-com:vml" Requires="v">
                <p:oleObj spid="_x0000_s3103" name="" r:id="rId3" imgW="3723005" imgH="283210" progId="Equation.2">
                  <p:embed/>
                </p:oleObj>
              </mc:Choice>
              <mc:Fallback>
                <p:oleObj name="" r:id="rId3" imgW="3723005" imgH="283210" progId="Equation.2">
                  <p:embed/>
                  <p:pic>
                    <p:nvPicPr>
                      <p:cNvPr id="0" name="图片 3102"/>
                      <p:cNvPicPr/>
                      <p:nvPr/>
                    </p:nvPicPr>
                    <p:blipFill>
                      <a:blip r:embed="rId4">
                        <a:clrChange>
                          <a:clrFrom>
                            <a:srgbClr val="000000"/>
                          </a:clrFrom>
                          <a:clrTo>
                            <a:srgbClr val="FFFF00"/>
                          </a:clrTo>
                        </a:clrChange>
                      </a:blip>
                      <a:stretch>
                        <a:fillRect/>
                      </a:stretch>
                    </p:blipFill>
                    <p:spPr>
                      <a:xfrm>
                        <a:off x="1470025" y="3862388"/>
                        <a:ext cx="6097588" cy="407987"/>
                      </a:xfrm>
                      <a:prstGeom prst="rect">
                        <a:avLst/>
                      </a:prstGeom>
                      <a:noFill/>
                      <a:ln w="38100">
                        <a:noFill/>
                        <a:miter/>
                      </a:ln>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73730" name="Object 1024"/>
          <p:cNvGraphicFramePr/>
          <p:nvPr/>
        </p:nvGraphicFramePr>
        <p:xfrm>
          <a:off x="2036763" y="2276475"/>
          <a:ext cx="5011737" cy="436563"/>
        </p:xfrm>
        <a:graphic>
          <a:graphicData uri="http://schemas.openxmlformats.org/presentationml/2006/ole">
            <mc:AlternateContent xmlns:mc="http://schemas.openxmlformats.org/markup-compatibility/2006">
              <mc:Choice xmlns:v="urn:schemas-microsoft-com:vml" Requires="v">
                <p:oleObj spid="_x0000_s3108" name="" r:id="rId1" imgW="3034665" imgH="283210" progId="Equation.2">
                  <p:embed/>
                </p:oleObj>
              </mc:Choice>
              <mc:Fallback>
                <p:oleObj name="" r:id="rId1" imgW="3034665" imgH="283210" progId="Equation.2">
                  <p:embed/>
                  <p:pic>
                    <p:nvPicPr>
                      <p:cNvPr id="0" name="图片 3107"/>
                      <p:cNvPicPr/>
                      <p:nvPr/>
                    </p:nvPicPr>
                    <p:blipFill>
                      <a:blip r:embed="rId2">
                        <a:clrChange>
                          <a:clrFrom>
                            <a:srgbClr val="000000"/>
                          </a:clrFrom>
                          <a:clrTo>
                            <a:srgbClr val="FFFF00"/>
                          </a:clrTo>
                        </a:clrChange>
                      </a:blip>
                      <a:stretch>
                        <a:fillRect/>
                      </a:stretch>
                    </p:blipFill>
                    <p:spPr>
                      <a:xfrm>
                        <a:off x="2036763" y="2276475"/>
                        <a:ext cx="5011737" cy="436563"/>
                      </a:xfrm>
                      <a:prstGeom prst="rect">
                        <a:avLst/>
                      </a:prstGeom>
                      <a:noFill/>
                      <a:ln w="38100">
                        <a:noFill/>
                        <a:miter/>
                      </a:ln>
                    </p:spPr>
                  </p:pic>
                </p:oleObj>
              </mc:Fallback>
            </mc:AlternateContent>
          </a:graphicData>
        </a:graphic>
      </p:graphicFrame>
      <p:sp>
        <p:nvSpPr>
          <p:cNvPr id="73731" name="Rectangle 4"/>
          <p:cNvSpPr/>
          <p:nvPr/>
        </p:nvSpPr>
        <p:spPr>
          <a:xfrm>
            <a:off x="431800" y="1231900"/>
            <a:ext cx="8612188" cy="107791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perfect-substitutes </a:t>
            </a:r>
            <a:r>
              <a:rPr lang="zh-CN" altLang="en-US" dirty="0">
                <a:solidFill>
                  <a:schemeClr val="tx1"/>
                </a:solidFill>
                <a:latin typeface="Arial" panose="020B0604020202020204" pitchFamily="34" charset="0"/>
                <a:ea typeface="宋体" panose="02010600030101010101" pitchFamily="2" charset="-122"/>
              </a:rPr>
              <a:t>完全替代</a:t>
            </a:r>
            <a:r>
              <a:rPr lang="en-US" altLang="zh-CN" dirty="0">
                <a:solidFill>
                  <a:schemeClr val="tx1"/>
                </a:solidFill>
                <a:latin typeface="Arial" panose="020B0604020202020204" pitchFamily="34" charset="0"/>
                <a:ea typeface="宋体" panose="02010600030101010101" pitchFamily="2" charset="-122"/>
              </a:rPr>
              <a:t>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73732" name="Rectangle 5"/>
          <p:cNvSpPr/>
          <p:nvPr/>
        </p:nvSpPr>
        <p:spPr>
          <a:xfrm>
            <a:off x="431800" y="280352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73733" name="Object 1025"/>
          <p:cNvGraphicFramePr/>
          <p:nvPr/>
        </p:nvGraphicFramePr>
        <p:xfrm>
          <a:off x="1470025" y="3844925"/>
          <a:ext cx="6097588" cy="966788"/>
        </p:xfrm>
        <a:graphic>
          <a:graphicData uri="http://schemas.openxmlformats.org/presentationml/2006/ole">
            <mc:AlternateContent xmlns:mc="http://schemas.openxmlformats.org/markup-compatibility/2006">
              <mc:Choice xmlns:v="urn:schemas-microsoft-com:vml" Requires="v">
                <p:oleObj spid="_x0000_s3106" name="" r:id="rId3" imgW="3723005" imgH="666115" progId="Equation.2">
                  <p:embed/>
                </p:oleObj>
              </mc:Choice>
              <mc:Fallback>
                <p:oleObj name="" r:id="rId3" imgW="3723005" imgH="666115" progId="Equation.2">
                  <p:embed/>
                  <p:pic>
                    <p:nvPicPr>
                      <p:cNvPr id="0" name="图片 3105"/>
                      <p:cNvPicPr/>
                      <p:nvPr/>
                    </p:nvPicPr>
                    <p:blipFill>
                      <a:blip r:embed="rId4">
                        <a:clrChange>
                          <a:clrFrom>
                            <a:srgbClr val="000000"/>
                          </a:clrFrom>
                          <a:clrTo>
                            <a:srgbClr val="FFFF00"/>
                          </a:clrTo>
                        </a:clrChange>
                      </a:blip>
                      <a:stretch>
                        <a:fillRect/>
                      </a:stretch>
                    </p:blipFill>
                    <p:spPr>
                      <a:xfrm>
                        <a:off x="1470025" y="3844925"/>
                        <a:ext cx="6097588" cy="966788"/>
                      </a:xfrm>
                      <a:prstGeom prst="rect">
                        <a:avLst/>
                      </a:prstGeom>
                      <a:noFill/>
                      <a:ln w="38100">
                        <a:noFill/>
                        <a:miter/>
                      </a:ln>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74754" name="Object 1024"/>
          <p:cNvGraphicFramePr/>
          <p:nvPr/>
        </p:nvGraphicFramePr>
        <p:xfrm>
          <a:off x="2036763" y="2276475"/>
          <a:ext cx="5011737" cy="436563"/>
        </p:xfrm>
        <a:graphic>
          <a:graphicData uri="http://schemas.openxmlformats.org/presentationml/2006/ole">
            <mc:AlternateContent xmlns:mc="http://schemas.openxmlformats.org/markup-compatibility/2006">
              <mc:Choice xmlns:v="urn:schemas-microsoft-com:vml" Requires="v">
                <p:oleObj spid="_x0000_s3107" name="" r:id="rId1" imgW="3034665" imgH="283210" progId="Equation.2">
                  <p:embed/>
                </p:oleObj>
              </mc:Choice>
              <mc:Fallback>
                <p:oleObj name="" r:id="rId1" imgW="3034665" imgH="283210" progId="Equation.2">
                  <p:embed/>
                  <p:pic>
                    <p:nvPicPr>
                      <p:cNvPr id="0" name="图片 3106"/>
                      <p:cNvPicPr/>
                      <p:nvPr/>
                    </p:nvPicPr>
                    <p:blipFill>
                      <a:blip r:embed="rId2">
                        <a:clrChange>
                          <a:clrFrom>
                            <a:srgbClr val="000000"/>
                          </a:clrFrom>
                          <a:clrTo>
                            <a:srgbClr val="FFFF00"/>
                          </a:clrTo>
                        </a:clrChange>
                      </a:blip>
                      <a:stretch>
                        <a:fillRect/>
                      </a:stretch>
                    </p:blipFill>
                    <p:spPr>
                      <a:xfrm>
                        <a:off x="2036763" y="2276475"/>
                        <a:ext cx="5011737" cy="436563"/>
                      </a:xfrm>
                      <a:prstGeom prst="rect">
                        <a:avLst/>
                      </a:prstGeom>
                      <a:noFill/>
                      <a:ln w="38100">
                        <a:noFill/>
                        <a:miter/>
                      </a:ln>
                    </p:spPr>
                  </p:pic>
                </p:oleObj>
              </mc:Fallback>
            </mc:AlternateContent>
          </a:graphicData>
        </a:graphic>
      </p:graphicFrame>
      <p:sp>
        <p:nvSpPr>
          <p:cNvPr id="74755" name="Rectangle 4"/>
          <p:cNvSpPr/>
          <p:nvPr/>
        </p:nvSpPr>
        <p:spPr>
          <a:xfrm>
            <a:off x="431800" y="1231900"/>
            <a:ext cx="8612188" cy="107791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perfect-substitutes</a:t>
            </a:r>
            <a:r>
              <a:rPr lang="zh-CN" altLang="en-US" dirty="0">
                <a:solidFill>
                  <a:schemeClr val="tx1"/>
                </a:solidFill>
                <a:latin typeface="Arial" panose="020B0604020202020204" pitchFamily="34" charset="0"/>
                <a:ea typeface="宋体" panose="02010600030101010101" pitchFamily="2" charset="-122"/>
              </a:rPr>
              <a:t>完全替代</a:t>
            </a:r>
            <a:r>
              <a:rPr lang="en-US" altLang="zh-CN" dirty="0">
                <a:solidFill>
                  <a:schemeClr val="tx1"/>
                </a:solidFill>
                <a:latin typeface="Arial" panose="020B0604020202020204" pitchFamily="34" charset="0"/>
                <a:ea typeface="宋体" panose="02010600030101010101" pitchFamily="2" charset="-122"/>
              </a:rPr>
              <a:t> 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74756" name="Rectangle 5"/>
          <p:cNvSpPr/>
          <p:nvPr/>
        </p:nvSpPr>
        <p:spPr>
          <a:xfrm>
            <a:off x="431800" y="280352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74757" name="Object 1025"/>
          <p:cNvGraphicFramePr/>
          <p:nvPr/>
        </p:nvGraphicFramePr>
        <p:xfrm>
          <a:off x="1470025" y="3846513"/>
          <a:ext cx="6107113" cy="1497012"/>
        </p:xfrm>
        <a:graphic>
          <a:graphicData uri="http://schemas.openxmlformats.org/presentationml/2006/ole">
            <mc:AlternateContent xmlns:mc="http://schemas.openxmlformats.org/markup-compatibility/2006">
              <mc:Choice xmlns:v="urn:schemas-microsoft-com:vml" Requires="v">
                <p:oleObj spid="_x0000_s3104" name="" r:id="rId3" imgW="3723005" imgH="1022985" progId="Equation.2">
                  <p:embed/>
                </p:oleObj>
              </mc:Choice>
              <mc:Fallback>
                <p:oleObj name="" r:id="rId3" imgW="3723005" imgH="1022985" progId="Equation.2">
                  <p:embed/>
                  <p:pic>
                    <p:nvPicPr>
                      <p:cNvPr id="0" name="图片 3103"/>
                      <p:cNvPicPr/>
                      <p:nvPr/>
                    </p:nvPicPr>
                    <p:blipFill>
                      <a:blip r:embed="rId4">
                        <a:clrChange>
                          <a:clrFrom>
                            <a:srgbClr val="000000"/>
                          </a:clrFrom>
                          <a:clrTo>
                            <a:srgbClr val="FFFF00"/>
                          </a:clrTo>
                        </a:clrChange>
                      </a:blip>
                      <a:stretch>
                        <a:fillRect/>
                      </a:stretch>
                    </p:blipFill>
                    <p:spPr>
                      <a:xfrm>
                        <a:off x="1470025" y="3846513"/>
                        <a:ext cx="6107113" cy="1497012"/>
                      </a:xfrm>
                      <a:prstGeom prst="rect">
                        <a:avLst/>
                      </a:prstGeom>
                      <a:noFill/>
                      <a:ln w="38100">
                        <a:noFill/>
                        <a:miter/>
                      </a:ln>
                    </p:spPr>
                  </p:pic>
                </p:oleObj>
              </mc:Fallback>
            </mc:AlternateContent>
          </a:graphicData>
        </a:graphic>
      </p:graphicFrame>
      <p:sp>
        <p:nvSpPr>
          <p:cNvPr id="74758" name="Rectangle 7"/>
          <p:cNvSpPr/>
          <p:nvPr/>
        </p:nvSpPr>
        <p:spPr>
          <a:xfrm>
            <a:off x="431800" y="5375275"/>
            <a:ext cx="8712200" cy="1570038"/>
          </a:xfrm>
          <a:prstGeom prst="rect">
            <a:avLst/>
          </a:prstGeom>
          <a:noFill/>
          <a:ln w="9525">
            <a:noFill/>
          </a:ln>
        </p:spPr>
        <p:txBody>
          <a:bodyPr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perfect-substitutes 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exhibits constant returns-to-scale</a:t>
            </a:r>
            <a:r>
              <a:rPr lang="zh-CN" altLang="en-US" dirty="0">
                <a:solidFill>
                  <a:schemeClr val="tx1"/>
                </a:solidFill>
                <a:latin typeface="Arial" panose="020B0604020202020204" pitchFamily="34" charset="0"/>
                <a:ea typeface="宋体" panose="02010600030101010101" pitchFamily="2" charset="-122"/>
              </a:rPr>
              <a:t>规模报酬不变</a:t>
            </a:r>
            <a:r>
              <a:rPr lang="en-US" altLang="zh-CN" dirty="0">
                <a:solidFill>
                  <a:schemeClr val="tx1"/>
                </a:solidFill>
                <a:latin typeface="Arial" panose="020B0604020202020204" pitchFamily="34" charset="0"/>
                <a:ea typeface="宋体" panose="02010600030101010101" pitchFamily="2" charset="-122"/>
              </a:rPr>
              <a:t>.</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75778" name="Object 1024"/>
          <p:cNvGraphicFramePr/>
          <p:nvPr/>
        </p:nvGraphicFramePr>
        <p:xfrm>
          <a:off x="1865313" y="2276475"/>
          <a:ext cx="5346700" cy="427038"/>
        </p:xfrm>
        <a:graphic>
          <a:graphicData uri="http://schemas.openxmlformats.org/presentationml/2006/ole">
            <mc:AlternateContent xmlns:mc="http://schemas.openxmlformats.org/markup-compatibility/2006">
              <mc:Choice xmlns:v="urn:schemas-microsoft-com:vml" Requires="v">
                <p:oleObj spid="_x0000_s3105" name="" r:id="rId1" imgW="3244215" imgH="283210" progId="Equation.2">
                  <p:embed/>
                </p:oleObj>
              </mc:Choice>
              <mc:Fallback>
                <p:oleObj name="" r:id="rId1" imgW="3244215" imgH="283210" progId="Equation.2">
                  <p:embed/>
                  <p:pic>
                    <p:nvPicPr>
                      <p:cNvPr id="0" name="图片 3104"/>
                      <p:cNvPicPr/>
                      <p:nvPr/>
                    </p:nvPicPr>
                    <p:blipFill>
                      <a:blip r:embed="rId2">
                        <a:clrChange>
                          <a:clrFrom>
                            <a:srgbClr val="000000"/>
                          </a:clrFrom>
                          <a:clrTo>
                            <a:srgbClr val="FFFF00"/>
                          </a:clrTo>
                        </a:clrChange>
                      </a:blip>
                      <a:stretch>
                        <a:fillRect/>
                      </a:stretch>
                    </p:blipFill>
                    <p:spPr>
                      <a:xfrm>
                        <a:off x="1865313" y="2276475"/>
                        <a:ext cx="5346700" cy="427038"/>
                      </a:xfrm>
                      <a:prstGeom prst="rect">
                        <a:avLst/>
                      </a:prstGeom>
                      <a:noFill/>
                      <a:ln w="38100">
                        <a:noFill/>
                        <a:miter/>
                      </a:ln>
                    </p:spPr>
                  </p:pic>
                </p:oleObj>
              </mc:Fallback>
            </mc:AlternateContent>
          </a:graphicData>
        </a:graphic>
      </p:graphicFrame>
      <p:sp>
        <p:nvSpPr>
          <p:cNvPr id="75779" name="Rectangle 4"/>
          <p:cNvSpPr/>
          <p:nvPr/>
        </p:nvSpPr>
        <p:spPr>
          <a:xfrm>
            <a:off x="431800" y="1231900"/>
            <a:ext cx="9070975" cy="107791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perfect-complements</a:t>
            </a:r>
            <a:r>
              <a:rPr lang="zh-CN" altLang="en-US" dirty="0">
                <a:solidFill>
                  <a:schemeClr val="tx1"/>
                </a:solidFill>
                <a:latin typeface="Arial" panose="020B0604020202020204" pitchFamily="34" charset="0"/>
                <a:ea typeface="宋体" panose="02010600030101010101" pitchFamily="2" charset="-122"/>
              </a:rPr>
              <a:t>完全互补</a:t>
            </a:r>
            <a:r>
              <a:rPr lang="en-US" altLang="zh-CN" dirty="0">
                <a:solidFill>
                  <a:schemeClr val="tx1"/>
                </a:solidFill>
                <a:latin typeface="Arial" panose="020B0604020202020204" pitchFamily="34" charset="0"/>
                <a:ea typeface="宋体" panose="02010600030101010101" pitchFamily="2" charset="-122"/>
              </a:rPr>
              <a:t> 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75780" name="Rectangle 5"/>
          <p:cNvSpPr/>
          <p:nvPr/>
        </p:nvSpPr>
        <p:spPr>
          <a:xfrm>
            <a:off x="431800" y="280352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75781" name="Object 1025"/>
          <p:cNvGraphicFramePr/>
          <p:nvPr/>
        </p:nvGraphicFramePr>
        <p:xfrm>
          <a:off x="1328738" y="3862388"/>
          <a:ext cx="6381750" cy="407987"/>
        </p:xfrm>
        <a:graphic>
          <a:graphicData uri="http://schemas.openxmlformats.org/presentationml/2006/ole">
            <mc:AlternateContent xmlns:mc="http://schemas.openxmlformats.org/markup-compatibility/2006">
              <mc:Choice xmlns:v="urn:schemas-microsoft-com:vml" Requires="v">
                <p:oleObj spid="_x0000_s3114" name="" r:id="rId3" imgW="3896995" imgH="283210" progId="Equation.2">
                  <p:embed/>
                </p:oleObj>
              </mc:Choice>
              <mc:Fallback>
                <p:oleObj name="" r:id="rId3" imgW="3896995" imgH="283210" progId="Equation.2">
                  <p:embed/>
                  <p:pic>
                    <p:nvPicPr>
                      <p:cNvPr id="0" name="图片 3113"/>
                      <p:cNvPicPr/>
                      <p:nvPr/>
                    </p:nvPicPr>
                    <p:blipFill>
                      <a:blip r:embed="rId4">
                        <a:clrChange>
                          <a:clrFrom>
                            <a:srgbClr val="000000"/>
                          </a:clrFrom>
                          <a:clrTo>
                            <a:srgbClr val="FFFF00"/>
                          </a:clrTo>
                        </a:clrChange>
                      </a:blip>
                      <a:stretch>
                        <a:fillRect/>
                      </a:stretch>
                    </p:blipFill>
                    <p:spPr>
                      <a:xfrm>
                        <a:off x="1328738" y="3862388"/>
                        <a:ext cx="6381750" cy="407987"/>
                      </a:xfrm>
                      <a:prstGeom prst="rect">
                        <a:avLst/>
                      </a:prstGeom>
                      <a:noFill/>
                      <a:ln w="38100">
                        <a:noFill/>
                        <a:miter/>
                      </a:ln>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76802" name="Object 1024"/>
          <p:cNvGraphicFramePr/>
          <p:nvPr/>
        </p:nvGraphicFramePr>
        <p:xfrm>
          <a:off x="1865313" y="2276475"/>
          <a:ext cx="5346700" cy="427038"/>
        </p:xfrm>
        <a:graphic>
          <a:graphicData uri="http://schemas.openxmlformats.org/presentationml/2006/ole">
            <mc:AlternateContent xmlns:mc="http://schemas.openxmlformats.org/markup-compatibility/2006">
              <mc:Choice xmlns:v="urn:schemas-microsoft-com:vml" Requires="v">
                <p:oleObj spid="_x0000_s3110" name="" r:id="rId1" imgW="3244215" imgH="283210" progId="Equation.2">
                  <p:embed/>
                </p:oleObj>
              </mc:Choice>
              <mc:Fallback>
                <p:oleObj name="" r:id="rId1" imgW="3244215" imgH="283210" progId="Equation.2">
                  <p:embed/>
                  <p:pic>
                    <p:nvPicPr>
                      <p:cNvPr id="0" name="图片 3109"/>
                      <p:cNvPicPr/>
                      <p:nvPr/>
                    </p:nvPicPr>
                    <p:blipFill>
                      <a:blip r:embed="rId2">
                        <a:clrChange>
                          <a:clrFrom>
                            <a:srgbClr val="000000"/>
                          </a:clrFrom>
                          <a:clrTo>
                            <a:srgbClr val="FFFF00"/>
                          </a:clrTo>
                        </a:clrChange>
                      </a:blip>
                      <a:stretch>
                        <a:fillRect/>
                      </a:stretch>
                    </p:blipFill>
                    <p:spPr>
                      <a:xfrm>
                        <a:off x="1865313" y="2276475"/>
                        <a:ext cx="5346700" cy="427038"/>
                      </a:xfrm>
                      <a:prstGeom prst="rect">
                        <a:avLst/>
                      </a:prstGeom>
                      <a:noFill/>
                      <a:ln w="38100">
                        <a:noFill/>
                        <a:miter/>
                      </a:ln>
                    </p:spPr>
                  </p:pic>
                </p:oleObj>
              </mc:Fallback>
            </mc:AlternateContent>
          </a:graphicData>
        </a:graphic>
      </p:graphicFrame>
      <p:sp>
        <p:nvSpPr>
          <p:cNvPr id="76803" name="Rectangle 4"/>
          <p:cNvSpPr/>
          <p:nvPr/>
        </p:nvSpPr>
        <p:spPr>
          <a:xfrm>
            <a:off x="431800" y="1231900"/>
            <a:ext cx="9070975" cy="107791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perfect-complements</a:t>
            </a:r>
            <a:r>
              <a:rPr lang="zh-CN" altLang="en-US" dirty="0">
                <a:solidFill>
                  <a:schemeClr val="tx1"/>
                </a:solidFill>
                <a:latin typeface="Arial" panose="020B0604020202020204" pitchFamily="34" charset="0"/>
                <a:ea typeface="宋体" panose="02010600030101010101" pitchFamily="2" charset="-122"/>
              </a:rPr>
              <a:t>完全互补</a:t>
            </a:r>
            <a:r>
              <a:rPr lang="en-US" altLang="zh-CN" dirty="0">
                <a:solidFill>
                  <a:schemeClr val="tx1"/>
                </a:solidFill>
                <a:latin typeface="Arial" panose="020B0604020202020204" pitchFamily="34" charset="0"/>
                <a:ea typeface="宋体" panose="02010600030101010101" pitchFamily="2" charset="-122"/>
              </a:rPr>
              <a:t> 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76804" name="Rectangle 5"/>
          <p:cNvSpPr/>
          <p:nvPr/>
        </p:nvSpPr>
        <p:spPr>
          <a:xfrm>
            <a:off x="431800" y="280352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76805" name="Object 1025"/>
          <p:cNvGraphicFramePr/>
          <p:nvPr/>
        </p:nvGraphicFramePr>
        <p:xfrm>
          <a:off x="1328738" y="3868738"/>
          <a:ext cx="6381750" cy="966787"/>
        </p:xfrm>
        <a:graphic>
          <a:graphicData uri="http://schemas.openxmlformats.org/presentationml/2006/ole">
            <mc:AlternateContent xmlns:mc="http://schemas.openxmlformats.org/markup-compatibility/2006">
              <mc:Choice xmlns:v="urn:schemas-microsoft-com:vml" Requires="v">
                <p:oleObj spid="_x0000_s3111" name="" r:id="rId3" imgW="3896995" imgH="666115" progId="Equation.2">
                  <p:embed/>
                </p:oleObj>
              </mc:Choice>
              <mc:Fallback>
                <p:oleObj name="" r:id="rId3" imgW="3896995" imgH="666115" progId="Equation.2">
                  <p:embed/>
                  <p:pic>
                    <p:nvPicPr>
                      <p:cNvPr id="0" name="图片 3110"/>
                      <p:cNvPicPr/>
                      <p:nvPr/>
                    </p:nvPicPr>
                    <p:blipFill>
                      <a:blip r:embed="rId4">
                        <a:clrChange>
                          <a:clrFrom>
                            <a:srgbClr val="000000"/>
                          </a:clrFrom>
                          <a:clrTo>
                            <a:srgbClr val="FFFF00"/>
                          </a:clrTo>
                        </a:clrChange>
                      </a:blip>
                      <a:stretch>
                        <a:fillRect/>
                      </a:stretch>
                    </p:blipFill>
                    <p:spPr>
                      <a:xfrm>
                        <a:off x="1328738" y="3868738"/>
                        <a:ext cx="6381750" cy="966787"/>
                      </a:xfrm>
                      <a:prstGeom prst="rect">
                        <a:avLst/>
                      </a:prstGeom>
                      <a:noFill/>
                      <a:ln w="38100">
                        <a:noFill/>
                        <a:miter/>
                      </a:ln>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77826" name="Object 1024"/>
          <p:cNvGraphicFramePr/>
          <p:nvPr/>
        </p:nvGraphicFramePr>
        <p:xfrm>
          <a:off x="1865313" y="2276475"/>
          <a:ext cx="5346700" cy="427038"/>
        </p:xfrm>
        <a:graphic>
          <a:graphicData uri="http://schemas.openxmlformats.org/presentationml/2006/ole">
            <mc:AlternateContent xmlns:mc="http://schemas.openxmlformats.org/markup-compatibility/2006">
              <mc:Choice xmlns:v="urn:schemas-microsoft-com:vml" Requires="v">
                <p:oleObj spid="_x0000_s3115" name="" r:id="rId1" imgW="3244215" imgH="283210" progId="Equation.2">
                  <p:embed/>
                </p:oleObj>
              </mc:Choice>
              <mc:Fallback>
                <p:oleObj name="" r:id="rId1" imgW="3244215" imgH="283210" progId="Equation.2">
                  <p:embed/>
                  <p:pic>
                    <p:nvPicPr>
                      <p:cNvPr id="0" name="图片 3114"/>
                      <p:cNvPicPr/>
                      <p:nvPr/>
                    </p:nvPicPr>
                    <p:blipFill>
                      <a:blip r:embed="rId2">
                        <a:clrChange>
                          <a:clrFrom>
                            <a:srgbClr val="000000"/>
                          </a:clrFrom>
                          <a:clrTo>
                            <a:srgbClr val="FFFF00"/>
                          </a:clrTo>
                        </a:clrChange>
                      </a:blip>
                      <a:stretch>
                        <a:fillRect/>
                      </a:stretch>
                    </p:blipFill>
                    <p:spPr>
                      <a:xfrm>
                        <a:off x="1865313" y="2276475"/>
                        <a:ext cx="5346700" cy="427038"/>
                      </a:xfrm>
                      <a:prstGeom prst="rect">
                        <a:avLst/>
                      </a:prstGeom>
                      <a:noFill/>
                      <a:ln w="38100">
                        <a:noFill/>
                        <a:miter/>
                      </a:ln>
                    </p:spPr>
                  </p:pic>
                </p:oleObj>
              </mc:Fallback>
            </mc:AlternateContent>
          </a:graphicData>
        </a:graphic>
      </p:graphicFrame>
      <p:sp>
        <p:nvSpPr>
          <p:cNvPr id="77827" name="Rectangle 4"/>
          <p:cNvSpPr/>
          <p:nvPr/>
        </p:nvSpPr>
        <p:spPr>
          <a:xfrm>
            <a:off x="431800" y="1231900"/>
            <a:ext cx="9070975" cy="107791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perfect-complements </a:t>
            </a:r>
            <a:r>
              <a:rPr lang="zh-CN" altLang="en-US" dirty="0">
                <a:solidFill>
                  <a:schemeClr val="tx1"/>
                </a:solidFill>
                <a:latin typeface="Arial" panose="020B0604020202020204" pitchFamily="34" charset="0"/>
                <a:ea typeface="宋体" panose="02010600030101010101" pitchFamily="2" charset="-122"/>
              </a:rPr>
              <a:t>完全互补</a:t>
            </a:r>
            <a:r>
              <a:rPr lang="en-US" altLang="zh-CN" dirty="0">
                <a:solidFill>
                  <a:schemeClr val="tx1"/>
                </a:solidFill>
                <a:latin typeface="Arial" panose="020B0604020202020204" pitchFamily="34" charset="0"/>
                <a:ea typeface="宋体" panose="02010600030101010101" pitchFamily="2" charset="-122"/>
              </a:rPr>
              <a:t>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77828" name="Rectangle 5"/>
          <p:cNvSpPr/>
          <p:nvPr/>
        </p:nvSpPr>
        <p:spPr>
          <a:xfrm>
            <a:off x="431800" y="280352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77829" name="Object 1025"/>
          <p:cNvGraphicFramePr/>
          <p:nvPr/>
        </p:nvGraphicFramePr>
        <p:xfrm>
          <a:off x="1328738" y="3846513"/>
          <a:ext cx="6391275" cy="1497012"/>
        </p:xfrm>
        <a:graphic>
          <a:graphicData uri="http://schemas.openxmlformats.org/presentationml/2006/ole">
            <mc:AlternateContent xmlns:mc="http://schemas.openxmlformats.org/markup-compatibility/2006">
              <mc:Choice xmlns:v="urn:schemas-microsoft-com:vml" Requires="v">
                <p:oleObj spid="_x0000_s3116" name="" r:id="rId3" imgW="3896995" imgH="1022985" progId="Equation.2">
                  <p:embed/>
                </p:oleObj>
              </mc:Choice>
              <mc:Fallback>
                <p:oleObj name="" r:id="rId3" imgW="3896995" imgH="1022985" progId="Equation.2">
                  <p:embed/>
                  <p:pic>
                    <p:nvPicPr>
                      <p:cNvPr id="0" name="图片 3115"/>
                      <p:cNvPicPr/>
                      <p:nvPr/>
                    </p:nvPicPr>
                    <p:blipFill>
                      <a:blip r:embed="rId4">
                        <a:clrChange>
                          <a:clrFrom>
                            <a:srgbClr val="000000"/>
                          </a:clrFrom>
                          <a:clrTo>
                            <a:srgbClr val="FFFF00"/>
                          </a:clrTo>
                        </a:clrChange>
                      </a:blip>
                      <a:stretch>
                        <a:fillRect/>
                      </a:stretch>
                    </p:blipFill>
                    <p:spPr>
                      <a:xfrm>
                        <a:off x="1328738" y="3846513"/>
                        <a:ext cx="6391275" cy="1497012"/>
                      </a:xfrm>
                      <a:prstGeom prst="rect">
                        <a:avLst/>
                      </a:prstGeom>
                      <a:noFill/>
                      <a:ln w="38100">
                        <a:noFill/>
                        <a:miter/>
                      </a:ln>
                    </p:spPr>
                  </p:pic>
                </p:oleObj>
              </mc:Fallback>
            </mc:AlternateContent>
          </a:graphicData>
        </a:graphic>
      </p:graphicFrame>
      <p:sp>
        <p:nvSpPr>
          <p:cNvPr id="77830" name="Rectangle 7"/>
          <p:cNvSpPr/>
          <p:nvPr/>
        </p:nvSpPr>
        <p:spPr>
          <a:xfrm>
            <a:off x="431800" y="5375275"/>
            <a:ext cx="8712200" cy="1570038"/>
          </a:xfrm>
          <a:prstGeom prst="rect">
            <a:avLst/>
          </a:prstGeom>
          <a:noFill/>
          <a:ln w="9525">
            <a:noFill/>
          </a:ln>
        </p:spPr>
        <p:txBody>
          <a:bodyPr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perfect-complements 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exhibits constant returns-to-scale.</a:t>
            </a:r>
            <a:r>
              <a:rPr lang="zh-CN" altLang="en-US" dirty="0">
                <a:solidFill>
                  <a:schemeClr val="tx1"/>
                </a:solidFill>
                <a:latin typeface="Arial" panose="020B0604020202020204" pitchFamily="34" charset="0"/>
                <a:ea typeface="宋体" panose="02010600030101010101" pitchFamily="2" charset="-122"/>
              </a:rPr>
              <a:t>规模报酬不变</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78850" name="Object 2048"/>
          <p:cNvGraphicFramePr/>
          <p:nvPr/>
        </p:nvGraphicFramePr>
        <p:xfrm>
          <a:off x="2925763" y="1727200"/>
          <a:ext cx="3214687" cy="611188"/>
        </p:xfrm>
        <a:graphic>
          <a:graphicData uri="http://schemas.openxmlformats.org/presentationml/2006/ole">
            <mc:AlternateContent xmlns:mc="http://schemas.openxmlformats.org/markup-compatibility/2006">
              <mc:Choice xmlns:v="urn:schemas-microsoft-com:vml" Requires="v">
                <p:oleObj spid="_x0000_s3109" name="" r:id="rId1" imgW="1955165" imgH="413385" progId="Equation.2">
                  <p:embed/>
                </p:oleObj>
              </mc:Choice>
              <mc:Fallback>
                <p:oleObj name="" r:id="rId1" imgW="1955165" imgH="413385" progId="Equation.2">
                  <p:embed/>
                  <p:pic>
                    <p:nvPicPr>
                      <p:cNvPr id="0" name="图片 3108"/>
                      <p:cNvPicPr/>
                      <p:nvPr/>
                    </p:nvPicPr>
                    <p:blipFill>
                      <a:blip r:embed="rId2">
                        <a:clrChange>
                          <a:clrFrom>
                            <a:srgbClr val="000000"/>
                          </a:clrFrom>
                          <a:clrTo>
                            <a:srgbClr val="FFFF00"/>
                          </a:clrTo>
                        </a:clrChange>
                      </a:blip>
                      <a:stretch>
                        <a:fillRect/>
                      </a:stretch>
                    </p:blipFill>
                    <p:spPr>
                      <a:xfrm>
                        <a:off x="2925763" y="1727200"/>
                        <a:ext cx="3214687" cy="611188"/>
                      </a:xfrm>
                      <a:prstGeom prst="rect">
                        <a:avLst/>
                      </a:prstGeom>
                      <a:noFill/>
                      <a:ln w="38100">
                        <a:noFill/>
                        <a:miter/>
                      </a:ln>
                    </p:spPr>
                  </p:pic>
                </p:oleObj>
              </mc:Fallback>
            </mc:AlternateContent>
          </a:graphicData>
        </a:graphic>
      </p:graphicFrame>
      <p:sp>
        <p:nvSpPr>
          <p:cNvPr id="78851" name="Rectangle 4"/>
          <p:cNvSpPr/>
          <p:nvPr/>
        </p:nvSpPr>
        <p:spPr>
          <a:xfrm>
            <a:off x="431800" y="1231900"/>
            <a:ext cx="81978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production 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78852" name="Rectangle 5"/>
          <p:cNvSpPr/>
          <p:nvPr/>
        </p:nvSpPr>
        <p:spPr>
          <a:xfrm>
            <a:off x="431800" y="232727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78853" name="Object 2049"/>
          <p:cNvGraphicFramePr/>
          <p:nvPr/>
        </p:nvGraphicFramePr>
        <p:xfrm>
          <a:off x="2012950" y="3333750"/>
          <a:ext cx="4752975" cy="542925"/>
        </p:xfrm>
        <a:graphic>
          <a:graphicData uri="http://schemas.openxmlformats.org/presentationml/2006/ole">
            <mc:AlternateContent xmlns:mc="http://schemas.openxmlformats.org/markup-compatibility/2006">
              <mc:Choice xmlns:v="urn:schemas-microsoft-com:vml" Requires="v">
                <p:oleObj spid="_x0000_s3112" name="" r:id="rId3" imgW="2912745" imgH="379095" progId="Equation.2">
                  <p:embed/>
                </p:oleObj>
              </mc:Choice>
              <mc:Fallback>
                <p:oleObj name="" r:id="rId3" imgW="2912745" imgH="379095" progId="Equation.2">
                  <p:embed/>
                  <p:pic>
                    <p:nvPicPr>
                      <p:cNvPr id="0" name="图片 3111"/>
                      <p:cNvPicPr/>
                      <p:nvPr/>
                    </p:nvPicPr>
                    <p:blipFill>
                      <a:blip r:embed="rId4">
                        <a:clrChange>
                          <a:clrFrom>
                            <a:srgbClr val="000000"/>
                          </a:clrFrom>
                          <a:clrTo>
                            <a:srgbClr val="FFFF00"/>
                          </a:clrTo>
                        </a:clrChange>
                      </a:blip>
                      <a:stretch>
                        <a:fillRect/>
                      </a:stretch>
                    </p:blipFill>
                    <p:spPr>
                      <a:xfrm>
                        <a:off x="2012950" y="3333750"/>
                        <a:ext cx="4752975" cy="542925"/>
                      </a:xfrm>
                      <a:prstGeom prst="rect">
                        <a:avLst/>
                      </a:prstGeom>
                      <a:noFill/>
                      <a:ln w="38100">
                        <a:noFill/>
                        <a:miter/>
                      </a:ln>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79874" name="Object 1024"/>
          <p:cNvGraphicFramePr/>
          <p:nvPr/>
        </p:nvGraphicFramePr>
        <p:xfrm>
          <a:off x="2925763" y="1727200"/>
          <a:ext cx="3214687" cy="611188"/>
        </p:xfrm>
        <a:graphic>
          <a:graphicData uri="http://schemas.openxmlformats.org/presentationml/2006/ole">
            <mc:AlternateContent xmlns:mc="http://schemas.openxmlformats.org/markup-compatibility/2006">
              <mc:Choice xmlns:v="urn:schemas-microsoft-com:vml" Requires="v">
                <p:oleObj spid="_x0000_s3113" name="" r:id="rId1" imgW="1955165" imgH="413385" progId="Equation.2">
                  <p:embed/>
                </p:oleObj>
              </mc:Choice>
              <mc:Fallback>
                <p:oleObj name="" r:id="rId1" imgW="1955165" imgH="413385" progId="Equation.2">
                  <p:embed/>
                  <p:pic>
                    <p:nvPicPr>
                      <p:cNvPr id="0" name="图片 3112"/>
                      <p:cNvPicPr/>
                      <p:nvPr/>
                    </p:nvPicPr>
                    <p:blipFill>
                      <a:blip r:embed="rId2">
                        <a:clrChange>
                          <a:clrFrom>
                            <a:srgbClr val="000000"/>
                          </a:clrFrom>
                          <a:clrTo>
                            <a:srgbClr val="FFFF00"/>
                          </a:clrTo>
                        </a:clrChange>
                      </a:blip>
                      <a:stretch>
                        <a:fillRect/>
                      </a:stretch>
                    </p:blipFill>
                    <p:spPr>
                      <a:xfrm>
                        <a:off x="2925763" y="1727200"/>
                        <a:ext cx="3214687" cy="611188"/>
                      </a:xfrm>
                      <a:prstGeom prst="rect">
                        <a:avLst/>
                      </a:prstGeom>
                      <a:noFill/>
                      <a:ln w="38100">
                        <a:noFill/>
                        <a:miter/>
                      </a:ln>
                    </p:spPr>
                  </p:pic>
                </p:oleObj>
              </mc:Fallback>
            </mc:AlternateContent>
          </a:graphicData>
        </a:graphic>
      </p:graphicFrame>
      <p:sp>
        <p:nvSpPr>
          <p:cNvPr id="79875" name="Rectangle 4"/>
          <p:cNvSpPr/>
          <p:nvPr/>
        </p:nvSpPr>
        <p:spPr>
          <a:xfrm>
            <a:off x="431800" y="1231900"/>
            <a:ext cx="81978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production 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79876" name="Rectangle 5"/>
          <p:cNvSpPr/>
          <p:nvPr/>
        </p:nvSpPr>
        <p:spPr>
          <a:xfrm>
            <a:off x="431800" y="232727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79877" name="Object 1025"/>
          <p:cNvGraphicFramePr/>
          <p:nvPr/>
        </p:nvGraphicFramePr>
        <p:xfrm>
          <a:off x="2016125" y="3330575"/>
          <a:ext cx="4794250" cy="1120775"/>
        </p:xfrm>
        <a:graphic>
          <a:graphicData uri="http://schemas.openxmlformats.org/presentationml/2006/ole">
            <mc:AlternateContent xmlns:mc="http://schemas.openxmlformats.org/markup-compatibility/2006">
              <mc:Choice xmlns:v="urn:schemas-microsoft-com:vml" Requires="v">
                <p:oleObj spid="_x0000_s3119" name="" r:id="rId3" imgW="2939415" imgH="779145" progId="Equation.2">
                  <p:embed/>
                </p:oleObj>
              </mc:Choice>
              <mc:Fallback>
                <p:oleObj name="" r:id="rId3" imgW="2939415" imgH="779145" progId="Equation.2">
                  <p:embed/>
                  <p:pic>
                    <p:nvPicPr>
                      <p:cNvPr id="0" name="图片 3118"/>
                      <p:cNvPicPr/>
                      <p:nvPr/>
                    </p:nvPicPr>
                    <p:blipFill>
                      <a:blip r:embed="rId4">
                        <a:clrChange>
                          <a:clrFrom>
                            <a:srgbClr val="000000"/>
                          </a:clrFrom>
                          <a:clrTo>
                            <a:srgbClr val="FFFF00"/>
                          </a:clrTo>
                        </a:clrChange>
                      </a:blip>
                      <a:stretch>
                        <a:fillRect/>
                      </a:stretch>
                    </p:blipFill>
                    <p:spPr>
                      <a:xfrm>
                        <a:off x="2016125" y="3330575"/>
                        <a:ext cx="4794250" cy="1120775"/>
                      </a:xfrm>
                      <a:prstGeom prst="rect">
                        <a:avLst/>
                      </a:prstGeom>
                      <a:noFill/>
                      <a:ln w="38100">
                        <a:noFill/>
                        <a:miter/>
                      </a:ln>
                    </p:spPr>
                  </p:pic>
                </p:oleObj>
              </mc:Fallback>
            </mc:AlternateContent>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80898" name="Object 3"/>
          <p:cNvGraphicFramePr/>
          <p:nvPr/>
        </p:nvGraphicFramePr>
        <p:xfrm>
          <a:off x="2925763" y="1727200"/>
          <a:ext cx="3214687" cy="611188"/>
        </p:xfrm>
        <a:graphic>
          <a:graphicData uri="http://schemas.openxmlformats.org/presentationml/2006/ole">
            <mc:AlternateContent xmlns:mc="http://schemas.openxmlformats.org/markup-compatibility/2006">
              <mc:Choice xmlns:v="urn:schemas-microsoft-com:vml" Requires="v">
                <p:oleObj spid="_x0000_s3117" name="" r:id="rId1" imgW="1955165" imgH="413385" progId="Equation.2">
                  <p:embed/>
                </p:oleObj>
              </mc:Choice>
              <mc:Fallback>
                <p:oleObj name="" r:id="rId1" imgW="1955165" imgH="413385" progId="Equation.2">
                  <p:embed/>
                  <p:pic>
                    <p:nvPicPr>
                      <p:cNvPr id="0" name="图片 3116"/>
                      <p:cNvPicPr/>
                      <p:nvPr/>
                    </p:nvPicPr>
                    <p:blipFill>
                      <a:blip r:embed="rId2">
                        <a:clrChange>
                          <a:clrFrom>
                            <a:srgbClr val="000000"/>
                          </a:clrFrom>
                          <a:clrTo>
                            <a:srgbClr val="FFFF00"/>
                          </a:clrTo>
                        </a:clrChange>
                      </a:blip>
                      <a:stretch>
                        <a:fillRect/>
                      </a:stretch>
                    </p:blipFill>
                    <p:spPr>
                      <a:xfrm>
                        <a:off x="2925763" y="1727200"/>
                        <a:ext cx="3214687" cy="611188"/>
                      </a:xfrm>
                      <a:prstGeom prst="rect">
                        <a:avLst/>
                      </a:prstGeom>
                      <a:noFill/>
                      <a:ln w="38100">
                        <a:noFill/>
                        <a:miter/>
                      </a:ln>
                    </p:spPr>
                  </p:pic>
                </p:oleObj>
              </mc:Fallback>
            </mc:AlternateContent>
          </a:graphicData>
        </a:graphic>
      </p:graphicFrame>
      <p:sp>
        <p:nvSpPr>
          <p:cNvPr id="80899" name="Rectangle 4"/>
          <p:cNvSpPr/>
          <p:nvPr/>
        </p:nvSpPr>
        <p:spPr>
          <a:xfrm>
            <a:off x="431800" y="1231900"/>
            <a:ext cx="81978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production 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80900" name="Rectangle 5"/>
          <p:cNvSpPr/>
          <p:nvPr/>
        </p:nvSpPr>
        <p:spPr>
          <a:xfrm>
            <a:off x="431800" y="232727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80901" name="Object 6"/>
          <p:cNvGraphicFramePr/>
          <p:nvPr/>
        </p:nvGraphicFramePr>
        <p:xfrm>
          <a:off x="2016125" y="3340100"/>
          <a:ext cx="4937125" cy="1912938"/>
        </p:xfrm>
        <a:graphic>
          <a:graphicData uri="http://schemas.openxmlformats.org/presentationml/2006/ole">
            <mc:AlternateContent xmlns:mc="http://schemas.openxmlformats.org/markup-compatibility/2006">
              <mc:Choice xmlns:v="urn:schemas-microsoft-com:vml" Requires="v">
                <p:oleObj spid="_x0000_s3124" name="" r:id="rId3" imgW="3026410" imgH="1327785" progId="Equation.2">
                  <p:embed/>
                </p:oleObj>
              </mc:Choice>
              <mc:Fallback>
                <p:oleObj name="" r:id="rId3" imgW="3026410" imgH="1327785" progId="Equation.2">
                  <p:embed/>
                  <p:pic>
                    <p:nvPicPr>
                      <p:cNvPr id="0" name="图片 3123"/>
                      <p:cNvPicPr/>
                      <p:nvPr/>
                    </p:nvPicPr>
                    <p:blipFill>
                      <a:blip r:embed="rId4">
                        <a:clrChange>
                          <a:clrFrom>
                            <a:srgbClr val="000000"/>
                          </a:clrFrom>
                          <a:clrTo>
                            <a:srgbClr val="FFFF00"/>
                          </a:clrTo>
                        </a:clrChange>
                      </a:blip>
                      <a:stretch>
                        <a:fillRect/>
                      </a:stretch>
                    </p:blipFill>
                    <p:spPr>
                      <a:xfrm>
                        <a:off x="2016125" y="3340100"/>
                        <a:ext cx="4937125" cy="1912938"/>
                      </a:xfrm>
                      <a:prstGeom prst="rect">
                        <a:avLst/>
                      </a:prstGeom>
                      <a:noFill/>
                      <a:ln w="38100">
                        <a:noFill/>
                        <a:miter/>
                      </a:ln>
                    </p:spPr>
                  </p:pic>
                </p:oleObj>
              </mc:Fallback>
            </mc:AlternateContent>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81922" name="Object 3"/>
          <p:cNvGraphicFramePr/>
          <p:nvPr/>
        </p:nvGraphicFramePr>
        <p:xfrm>
          <a:off x="2925763" y="1727200"/>
          <a:ext cx="3214687" cy="611188"/>
        </p:xfrm>
        <a:graphic>
          <a:graphicData uri="http://schemas.openxmlformats.org/presentationml/2006/ole">
            <mc:AlternateContent xmlns:mc="http://schemas.openxmlformats.org/markup-compatibility/2006">
              <mc:Choice xmlns:v="urn:schemas-microsoft-com:vml" Requires="v">
                <p:oleObj spid="_x0000_s3118" name="" r:id="rId1" imgW="1955165" imgH="413385" progId="Equation.2">
                  <p:embed/>
                </p:oleObj>
              </mc:Choice>
              <mc:Fallback>
                <p:oleObj name="" r:id="rId1" imgW="1955165" imgH="413385" progId="Equation.2">
                  <p:embed/>
                  <p:pic>
                    <p:nvPicPr>
                      <p:cNvPr id="0" name="图片 3117"/>
                      <p:cNvPicPr/>
                      <p:nvPr/>
                    </p:nvPicPr>
                    <p:blipFill>
                      <a:blip r:embed="rId2">
                        <a:clrChange>
                          <a:clrFrom>
                            <a:srgbClr val="000000"/>
                          </a:clrFrom>
                          <a:clrTo>
                            <a:srgbClr val="FFFF00"/>
                          </a:clrTo>
                        </a:clrChange>
                      </a:blip>
                      <a:stretch>
                        <a:fillRect/>
                      </a:stretch>
                    </p:blipFill>
                    <p:spPr>
                      <a:xfrm>
                        <a:off x="2925763" y="1727200"/>
                        <a:ext cx="3214687" cy="611188"/>
                      </a:xfrm>
                      <a:prstGeom prst="rect">
                        <a:avLst/>
                      </a:prstGeom>
                      <a:noFill/>
                      <a:ln w="38100">
                        <a:noFill/>
                        <a:miter/>
                      </a:ln>
                    </p:spPr>
                  </p:pic>
                </p:oleObj>
              </mc:Fallback>
            </mc:AlternateContent>
          </a:graphicData>
        </a:graphic>
      </p:graphicFrame>
      <p:sp>
        <p:nvSpPr>
          <p:cNvPr id="81923" name="Rectangle 4"/>
          <p:cNvSpPr/>
          <p:nvPr/>
        </p:nvSpPr>
        <p:spPr>
          <a:xfrm>
            <a:off x="431800" y="1231900"/>
            <a:ext cx="81978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production function is</a:t>
            </a:r>
            <a:endParaRPr lang="en-US" altLang="zh-CN" dirty="0">
              <a:solidFill>
                <a:schemeClr val="tx1"/>
              </a:solidFill>
              <a:latin typeface="Arial" panose="020B0604020202020204" pitchFamily="34" charset="0"/>
              <a:ea typeface="宋体" panose="02010600030101010101" pitchFamily="2" charset="-122"/>
            </a:endParaRPr>
          </a:p>
        </p:txBody>
      </p:sp>
      <p:sp>
        <p:nvSpPr>
          <p:cNvPr id="81924" name="Rectangle 5"/>
          <p:cNvSpPr/>
          <p:nvPr/>
        </p:nvSpPr>
        <p:spPr>
          <a:xfrm>
            <a:off x="431800" y="2327275"/>
            <a:ext cx="76581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Expand all input levels proportionately</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by k.  The output level becomes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81925" name="Object 6"/>
          <p:cNvGraphicFramePr/>
          <p:nvPr/>
        </p:nvGraphicFramePr>
        <p:xfrm>
          <a:off x="2019300" y="3352800"/>
          <a:ext cx="4989513" cy="2563813"/>
        </p:xfrm>
        <a:graphic>
          <a:graphicData uri="http://schemas.openxmlformats.org/presentationml/2006/ole">
            <mc:AlternateContent xmlns:mc="http://schemas.openxmlformats.org/markup-compatibility/2006">
              <mc:Choice xmlns:v="urn:schemas-microsoft-com:vml" Requires="v">
                <p:oleObj spid="_x0000_s3123" name="" r:id="rId3" imgW="3052445" imgH="1772285" progId="Equation.2">
                  <p:embed/>
                </p:oleObj>
              </mc:Choice>
              <mc:Fallback>
                <p:oleObj name="" r:id="rId3" imgW="3052445" imgH="1772285" progId="Equation.2">
                  <p:embed/>
                  <p:pic>
                    <p:nvPicPr>
                      <p:cNvPr id="0" name="图片 3122"/>
                      <p:cNvPicPr/>
                      <p:nvPr/>
                    </p:nvPicPr>
                    <p:blipFill>
                      <a:blip r:embed="rId4">
                        <a:clrChange>
                          <a:clrFrom>
                            <a:srgbClr val="000000"/>
                          </a:clrFrom>
                          <a:clrTo>
                            <a:srgbClr val="FFFF00"/>
                          </a:clrTo>
                        </a:clrChange>
                      </a:blip>
                      <a:stretch>
                        <a:fillRect/>
                      </a:stretch>
                    </p:blipFill>
                    <p:spPr>
                      <a:xfrm>
                        <a:off x="2019300" y="3352800"/>
                        <a:ext cx="4989513" cy="2563813"/>
                      </a:xfrm>
                      <a:prstGeom prst="rect">
                        <a:avLst/>
                      </a:prstGeom>
                      <a:noFill/>
                      <a:ln w="38100">
                        <a:noFill/>
                        <a:miter/>
                      </a:ln>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82946" name="Object 3"/>
          <p:cNvGraphicFramePr/>
          <p:nvPr/>
        </p:nvGraphicFramePr>
        <p:xfrm>
          <a:off x="2925763" y="1727200"/>
          <a:ext cx="3214687" cy="611188"/>
        </p:xfrm>
        <a:graphic>
          <a:graphicData uri="http://schemas.openxmlformats.org/presentationml/2006/ole">
            <mc:AlternateContent xmlns:mc="http://schemas.openxmlformats.org/markup-compatibility/2006">
              <mc:Choice xmlns:v="urn:schemas-microsoft-com:vml" Requires="v">
                <p:oleObj spid="_x0000_s3121" name="" r:id="rId1" imgW="1955165" imgH="413385" progId="Equation.2">
                  <p:embed/>
                </p:oleObj>
              </mc:Choice>
              <mc:Fallback>
                <p:oleObj name="" r:id="rId1" imgW="1955165" imgH="413385" progId="Equation.2">
                  <p:embed/>
                  <p:pic>
                    <p:nvPicPr>
                      <p:cNvPr id="0" name="图片 3120"/>
                      <p:cNvPicPr/>
                      <p:nvPr/>
                    </p:nvPicPr>
                    <p:blipFill>
                      <a:blip r:embed="rId2">
                        <a:clrChange>
                          <a:clrFrom>
                            <a:srgbClr val="000000"/>
                          </a:clrFrom>
                          <a:clrTo>
                            <a:srgbClr val="FFFF00"/>
                          </a:clrTo>
                        </a:clrChange>
                      </a:blip>
                      <a:stretch>
                        <a:fillRect/>
                      </a:stretch>
                    </p:blipFill>
                    <p:spPr>
                      <a:xfrm>
                        <a:off x="2925763" y="1727200"/>
                        <a:ext cx="3214687" cy="611188"/>
                      </a:xfrm>
                      <a:prstGeom prst="rect">
                        <a:avLst/>
                      </a:prstGeom>
                      <a:noFill/>
                      <a:ln w="38100">
                        <a:noFill/>
                        <a:miter/>
                      </a:ln>
                    </p:spPr>
                  </p:pic>
                </p:oleObj>
              </mc:Fallback>
            </mc:AlternateContent>
          </a:graphicData>
        </a:graphic>
      </p:graphicFrame>
      <p:sp>
        <p:nvSpPr>
          <p:cNvPr id="82947" name="Rectangle 4"/>
          <p:cNvSpPr/>
          <p:nvPr/>
        </p:nvSpPr>
        <p:spPr>
          <a:xfrm>
            <a:off x="431800" y="1231900"/>
            <a:ext cx="81978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production function is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82948" name="Object 5"/>
          <p:cNvGraphicFramePr/>
          <p:nvPr/>
        </p:nvGraphicFramePr>
        <p:xfrm>
          <a:off x="815975" y="2551113"/>
          <a:ext cx="7253288" cy="546100"/>
        </p:xfrm>
        <a:graphic>
          <a:graphicData uri="http://schemas.openxmlformats.org/presentationml/2006/ole">
            <mc:AlternateContent xmlns:mc="http://schemas.openxmlformats.org/markup-compatibility/2006">
              <mc:Choice xmlns:v="urn:schemas-microsoft-com:vml" Requires="v">
                <p:oleObj spid="_x0000_s3122" name="" r:id="rId3" imgW="4436745" imgH="379095" progId="Equation.2">
                  <p:embed/>
                </p:oleObj>
              </mc:Choice>
              <mc:Fallback>
                <p:oleObj name="" r:id="rId3" imgW="4436745" imgH="379095" progId="Equation.2">
                  <p:embed/>
                  <p:pic>
                    <p:nvPicPr>
                      <p:cNvPr id="0" name="图片 3121"/>
                      <p:cNvPicPr/>
                      <p:nvPr/>
                    </p:nvPicPr>
                    <p:blipFill>
                      <a:blip r:embed="rId4">
                        <a:clrChange>
                          <a:clrFrom>
                            <a:srgbClr val="000000"/>
                          </a:clrFrom>
                          <a:clrTo>
                            <a:srgbClr val="FFFF00"/>
                          </a:clrTo>
                        </a:clrChange>
                      </a:blip>
                      <a:stretch>
                        <a:fillRect/>
                      </a:stretch>
                    </p:blipFill>
                    <p:spPr>
                      <a:xfrm>
                        <a:off x="815975" y="2551113"/>
                        <a:ext cx="7253288" cy="546100"/>
                      </a:xfrm>
                      <a:prstGeom prst="rect">
                        <a:avLst/>
                      </a:prstGeom>
                      <a:noFill/>
                      <a:ln w="38100">
                        <a:noFill/>
                        <a:miter/>
                      </a:ln>
                    </p:spPr>
                  </p:pic>
                </p:oleObj>
              </mc:Fallback>
            </mc:AlternateContent>
          </a:graphicData>
        </a:graphic>
      </p:graphicFrame>
      <p:sp>
        <p:nvSpPr>
          <p:cNvPr id="82949" name="Rectangle 6"/>
          <p:cNvSpPr/>
          <p:nvPr/>
        </p:nvSpPr>
        <p:spPr>
          <a:xfrm>
            <a:off x="431800" y="3255963"/>
            <a:ext cx="8048625" cy="1554162"/>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technology’s returns-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to-scale is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rgbClr val="00FF00"/>
                </a:solidFill>
                <a:latin typeface="Arial" panose="020B0604020202020204" pitchFamily="34" charset="0"/>
                <a:ea typeface="宋体" panose="02010600030101010101" pitchFamily="2" charset="-122"/>
              </a:rPr>
              <a:t>constant</a:t>
            </a:r>
            <a:r>
              <a:rPr lang="en-US" altLang="zh-CN" dirty="0">
                <a:solidFill>
                  <a:schemeClr val="tx1"/>
                </a:solidFill>
                <a:latin typeface="Arial" panose="020B0604020202020204" pitchFamily="34" charset="0"/>
                <a:ea typeface="宋体" panose="02010600030101010101" pitchFamily="2" charset="-122"/>
              </a:rPr>
              <a:t>      if   </a:t>
            </a:r>
            <a:r>
              <a:rPr lang="en-US" altLang="zh-CN" dirty="0">
                <a:solidFill>
                  <a:srgbClr val="00FF00"/>
                </a:solidFill>
                <a:latin typeface="Arial" panose="020B0604020202020204" pitchFamily="34" charset="0"/>
                <a:ea typeface="宋体" panose="02010600030101010101" pitchFamily="2" charset="-122"/>
              </a:rPr>
              <a:t>a</a:t>
            </a:r>
            <a:r>
              <a:rPr lang="en-US" altLang="zh-CN" baseline="-25000" dirty="0">
                <a:solidFill>
                  <a:srgbClr val="00FF00"/>
                </a:solidFill>
                <a:latin typeface="Arial" panose="020B0604020202020204" pitchFamily="34" charset="0"/>
                <a:ea typeface="宋体" panose="02010600030101010101" pitchFamily="2" charset="-122"/>
              </a:rPr>
              <a:t>1</a:t>
            </a:r>
            <a:r>
              <a:rPr lang="en-US" altLang="zh-CN" dirty="0">
                <a:solidFill>
                  <a:srgbClr val="00FF00"/>
                </a:solidFill>
                <a:latin typeface="Arial" panose="020B0604020202020204" pitchFamily="34" charset="0"/>
                <a:ea typeface="宋体" panose="02010600030101010101" pitchFamily="2" charset="-122"/>
              </a:rPr>
              <a:t>+ … + a</a:t>
            </a:r>
            <a:r>
              <a:rPr lang="en-US" altLang="zh-CN" baseline="-25000" dirty="0">
                <a:solidFill>
                  <a:srgbClr val="00FF00"/>
                </a:solidFill>
                <a:latin typeface="Arial" panose="020B0604020202020204" pitchFamily="34" charset="0"/>
                <a:ea typeface="宋体" panose="02010600030101010101" pitchFamily="2" charset="-122"/>
              </a:rPr>
              <a:t>n</a:t>
            </a:r>
            <a:r>
              <a:rPr lang="en-US" altLang="zh-CN" dirty="0">
                <a:solidFill>
                  <a:srgbClr val="00FF00"/>
                </a:solidFill>
                <a:latin typeface="Arial" panose="020B0604020202020204" pitchFamily="34" charset="0"/>
                <a:ea typeface="宋体" panose="02010600030101010101" pitchFamily="2" charset="-122"/>
              </a:rPr>
              <a:t>  = 1</a:t>
            </a:r>
            <a:endParaRPr lang="en-US" altLang="zh-CN" dirty="0">
              <a:solidFill>
                <a:srgbClr val="33CC33"/>
              </a:solidFill>
              <a:latin typeface="Arial" panose="020B0604020202020204" pitchFamily="34"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83970" name="Object 1024"/>
          <p:cNvGraphicFramePr/>
          <p:nvPr/>
        </p:nvGraphicFramePr>
        <p:xfrm>
          <a:off x="2925763" y="1727200"/>
          <a:ext cx="3214687" cy="611188"/>
        </p:xfrm>
        <a:graphic>
          <a:graphicData uri="http://schemas.openxmlformats.org/presentationml/2006/ole">
            <mc:AlternateContent xmlns:mc="http://schemas.openxmlformats.org/markup-compatibility/2006">
              <mc:Choice xmlns:v="urn:schemas-microsoft-com:vml" Requires="v">
                <p:oleObj spid="_x0000_s3120" name="" r:id="rId1" imgW="1955165" imgH="413385" progId="Equation.2">
                  <p:embed/>
                </p:oleObj>
              </mc:Choice>
              <mc:Fallback>
                <p:oleObj name="" r:id="rId1" imgW="1955165" imgH="413385" progId="Equation.2">
                  <p:embed/>
                  <p:pic>
                    <p:nvPicPr>
                      <p:cNvPr id="0" name="图片 3119"/>
                      <p:cNvPicPr/>
                      <p:nvPr/>
                    </p:nvPicPr>
                    <p:blipFill>
                      <a:blip r:embed="rId2">
                        <a:clrChange>
                          <a:clrFrom>
                            <a:srgbClr val="000000"/>
                          </a:clrFrom>
                          <a:clrTo>
                            <a:srgbClr val="FFFF00"/>
                          </a:clrTo>
                        </a:clrChange>
                      </a:blip>
                      <a:stretch>
                        <a:fillRect/>
                      </a:stretch>
                    </p:blipFill>
                    <p:spPr>
                      <a:xfrm>
                        <a:off x="2925763" y="1727200"/>
                        <a:ext cx="3214687" cy="611188"/>
                      </a:xfrm>
                      <a:prstGeom prst="rect">
                        <a:avLst/>
                      </a:prstGeom>
                      <a:noFill/>
                      <a:ln w="38100">
                        <a:noFill/>
                        <a:miter/>
                      </a:ln>
                    </p:spPr>
                  </p:pic>
                </p:oleObj>
              </mc:Fallback>
            </mc:AlternateContent>
          </a:graphicData>
        </a:graphic>
      </p:graphicFrame>
      <p:sp>
        <p:nvSpPr>
          <p:cNvPr id="83971" name="Rectangle 4"/>
          <p:cNvSpPr/>
          <p:nvPr/>
        </p:nvSpPr>
        <p:spPr>
          <a:xfrm>
            <a:off x="431800" y="1231900"/>
            <a:ext cx="81978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production function is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83972" name="Object 1025"/>
          <p:cNvGraphicFramePr/>
          <p:nvPr/>
        </p:nvGraphicFramePr>
        <p:xfrm>
          <a:off x="815975" y="2551113"/>
          <a:ext cx="7253288" cy="546100"/>
        </p:xfrm>
        <a:graphic>
          <a:graphicData uri="http://schemas.openxmlformats.org/presentationml/2006/ole">
            <mc:AlternateContent xmlns:mc="http://schemas.openxmlformats.org/markup-compatibility/2006">
              <mc:Choice xmlns:v="urn:schemas-microsoft-com:vml" Requires="v">
                <p:oleObj spid="_x0000_s3126" name="" r:id="rId3" imgW="4436745" imgH="379095" progId="Equation.2">
                  <p:embed/>
                </p:oleObj>
              </mc:Choice>
              <mc:Fallback>
                <p:oleObj name="" r:id="rId3" imgW="4436745" imgH="379095" progId="Equation.2">
                  <p:embed/>
                  <p:pic>
                    <p:nvPicPr>
                      <p:cNvPr id="0" name="图片 3125"/>
                      <p:cNvPicPr/>
                      <p:nvPr/>
                    </p:nvPicPr>
                    <p:blipFill>
                      <a:blip r:embed="rId4">
                        <a:clrChange>
                          <a:clrFrom>
                            <a:srgbClr val="000000"/>
                          </a:clrFrom>
                          <a:clrTo>
                            <a:srgbClr val="FFFF00"/>
                          </a:clrTo>
                        </a:clrChange>
                      </a:blip>
                      <a:stretch>
                        <a:fillRect/>
                      </a:stretch>
                    </p:blipFill>
                    <p:spPr>
                      <a:xfrm>
                        <a:off x="815975" y="2551113"/>
                        <a:ext cx="7253288" cy="546100"/>
                      </a:xfrm>
                      <a:prstGeom prst="rect">
                        <a:avLst/>
                      </a:prstGeom>
                      <a:noFill/>
                      <a:ln w="38100">
                        <a:noFill/>
                        <a:miter/>
                      </a:ln>
                    </p:spPr>
                  </p:pic>
                </p:oleObj>
              </mc:Fallback>
            </mc:AlternateContent>
          </a:graphicData>
        </a:graphic>
      </p:graphicFrame>
      <p:sp>
        <p:nvSpPr>
          <p:cNvPr id="83973" name="Rectangle 6"/>
          <p:cNvSpPr/>
          <p:nvPr/>
        </p:nvSpPr>
        <p:spPr>
          <a:xfrm>
            <a:off x="431800" y="3255963"/>
            <a:ext cx="8048625" cy="2041525"/>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technology’s returns-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to-scale is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rgbClr val="00FF00"/>
                </a:solidFill>
                <a:latin typeface="Arial" panose="020B0604020202020204" pitchFamily="34" charset="0"/>
                <a:ea typeface="宋体" panose="02010600030101010101" pitchFamily="2" charset="-122"/>
              </a:rPr>
              <a:t>constant</a:t>
            </a:r>
            <a:r>
              <a:rPr lang="en-US" altLang="zh-CN" dirty="0">
                <a:solidFill>
                  <a:schemeClr val="tx1"/>
                </a:solidFill>
                <a:latin typeface="Arial" panose="020B0604020202020204" pitchFamily="34" charset="0"/>
                <a:ea typeface="宋体" panose="02010600030101010101" pitchFamily="2" charset="-122"/>
              </a:rPr>
              <a:t>      if   </a:t>
            </a:r>
            <a:r>
              <a:rPr lang="en-US" altLang="zh-CN" dirty="0">
                <a:solidFill>
                  <a:srgbClr val="00FF00"/>
                </a:solidFill>
                <a:latin typeface="Arial" panose="020B0604020202020204" pitchFamily="34" charset="0"/>
                <a:ea typeface="宋体" panose="02010600030101010101" pitchFamily="2" charset="-122"/>
              </a:rPr>
              <a:t>a</a:t>
            </a:r>
            <a:r>
              <a:rPr lang="en-US" altLang="zh-CN" baseline="-25000" dirty="0">
                <a:solidFill>
                  <a:srgbClr val="00FF00"/>
                </a:solidFill>
                <a:latin typeface="Arial" panose="020B0604020202020204" pitchFamily="34" charset="0"/>
                <a:ea typeface="宋体" panose="02010600030101010101" pitchFamily="2" charset="-122"/>
              </a:rPr>
              <a:t>1</a:t>
            </a:r>
            <a:r>
              <a:rPr lang="en-US" altLang="zh-CN" dirty="0">
                <a:solidFill>
                  <a:srgbClr val="00FF00"/>
                </a:solidFill>
                <a:latin typeface="Arial" panose="020B0604020202020204" pitchFamily="34" charset="0"/>
                <a:ea typeface="宋体" panose="02010600030101010101" pitchFamily="2" charset="-122"/>
              </a:rPr>
              <a:t>+ … + a</a:t>
            </a:r>
            <a:r>
              <a:rPr lang="en-US" altLang="zh-CN" baseline="-25000" dirty="0">
                <a:solidFill>
                  <a:srgbClr val="00FF00"/>
                </a:solidFill>
                <a:latin typeface="Arial" panose="020B0604020202020204" pitchFamily="34" charset="0"/>
                <a:ea typeface="宋体" panose="02010600030101010101" pitchFamily="2" charset="-122"/>
              </a:rPr>
              <a:t>n</a:t>
            </a:r>
            <a:r>
              <a:rPr lang="en-US" altLang="zh-CN" dirty="0">
                <a:solidFill>
                  <a:srgbClr val="00FF00"/>
                </a:solidFill>
                <a:latin typeface="Arial" panose="020B0604020202020204" pitchFamily="34" charset="0"/>
                <a:ea typeface="宋体" panose="02010600030101010101" pitchFamily="2" charset="-122"/>
              </a:rPr>
              <a:t>  = 1</a:t>
            </a:r>
            <a:br>
              <a:rPr lang="en-US" altLang="zh-CN" dirty="0">
                <a:solidFill>
                  <a:srgbClr val="33CC33"/>
                </a:solidFill>
                <a:latin typeface="Arial" panose="020B0604020202020204" pitchFamily="34" charset="0"/>
                <a:ea typeface="宋体" panose="02010600030101010101" pitchFamily="2" charset="-122"/>
              </a:rPr>
            </a:br>
            <a:r>
              <a:rPr lang="en-US" altLang="zh-CN" dirty="0">
                <a:solidFill>
                  <a:schemeClr val="hlink"/>
                </a:solidFill>
                <a:latin typeface="Arial" panose="020B0604020202020204" pitchFamily="34" charset="0"/>
                <a:ea typeface="宋体" panose="02010600030101010101" pitchFamily="2" charset="-122"/>
              </a:rPr>
              <a:t>increasing</a:t>
            </a:r>
            <a:r>
              <a:rPr lang="en-US" altLang="zh-CN" dirty="0">
                <a:solidFill>
                  <a:schemeClr val="tx1"/>
                </a:solidFill>
                <a:latin typeface="Arial" panose="020B0604020202020204" pitchFamily="34" charset="0"/>
                <a:ea typeface="宋体" panose="02010600030101010101" pitchFamily="2" charset="-122"/>
              </a:rPr>
              <a:t>   if   </a:t>
            </a:r>
            <a:r>
              <a:rPr lang="en-US" altLang="zh-CN" dirty="0">
                <a:solidFill>
                  <a:schemeClr val="hlink"/>
                </a:solidFill>
                <a:latin typeface="Arial" panose="020B0604020202020204" pitchFamily="34" charset="0"/>
                <a:ea typeface="宋体" panose="02010600030101010101" pitchFamily="2" charset="-122"/>
              </a:rPr>
              <a:t>a</a:t>
            </a:r>
            <a:r>
              <a:rPr lang="en-US" altLang="zh-CN" baseline="-25000" dirty="0">
                <a:solidFill>
                  <a:schemeClr val="hlink"/>
                </a:solidFill>
                <a:latin typeface="Arial" panose="020B0604020202020204" pitchFamily="34" charset="0"/>
                <a:ea typeface="宋体" panose="02010600030101010101" pitchFamily="2" charset="-122"/>
              </a:rPr>
              <a:t>1</a:t>
            </a:r>
            <a:r>
              <a:rPr lang="en-US" altLang="zh-CN" dirty="0">
                <a:solidFill>
                  <a:schemeClr val="hlink"/>
                </a:solidFill>
                <a:latin typeface="Arial" panose="020B0604020202020204" pitchFamily="34" charset="0"/>
                <a:ea typeface="宋体" panose="02010600030101010101" pitchFamily="2" charset="-122"/>
              </a:rPr>
              <a:t>+ … + a</a:t>
            </a:r>
            <a:r>
              <a:rPr lang="en-US" altLang="zh-CN" baseline="-25000" dirty="0">
                <a:solidFill>
                  <a:schemeClr val="hlink"/>
                </a:solidFill>
                <a:latin typeface="Arial" panose="020B0604020202020204" pitchFamily="34" charset="0"/>
                <a:ea typeface="宋体" panose="02010600030101010101" pitchFamily="2" charset="-122"/>
              </a:rPr>
              <a:t>n</a:t>
            </a:r>
            <a:r>
              <a:rPr lang="en-US" altLang="zh-CN" dirty="0">
                <a:solidFill>
                  <a:schemeClr val="hlink"/>
                </a:solidFill>
                <a:latin typeface="Arial" panose="020B0604020202020204" pitchFamily="34" charset="0"/>
                <a:ea typeface="宋体" panose="02010600030101010101" pitchFamily="2" charset="-122"/>
              </a:rPr>
              <a:t>  &gt; 1</a:t>
            </a:r>
            <a:endParaRPr lang="en-US" altLang="zh-CN" dirty="0">
              <a:solidFill>
                <a:schemeClr val="hlink"/>
              </a:solidFill>
              <a:latin typeface="Arial" panose="020B0604020202020204" pitchFamily="34"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Examples of Returns-to-Scale</a:t>
            </a:r>
            <a:endParaRPr lang="en-US" altLang="zh-CN" dirty="0">
              <a:ea typeface="宋体" panose="02010600030101010101" pitchFamily="2" charset="-122"/>
            </a:endParaRPr>
          </a:p>
        </p:txBody>
      </p:sp>
      <p:graphicFrame>
        <p:nvGraphicFramePr>
          <p:cNvPr id="84994" name="Object 1024"/>
          <p:cNvGraphicFramePr/>
          <p:nvPr/>
        </p:nvGraphicFramePr>
        <p:xfrm>
          <a:off x="2925763" y="1727200"/>
          <a:ext cx="3214687" cy="611188"/>
        </p:xfrm>
        <a:graphic>
          <a:graphicData uri="http://schemas.openxmlformats.org/presentationml/2006/ole">
            <mc:AlternateContent xmlns:mc="http://schemas.openxmlformats.org/markup-compatibility/2006">
              <mc:Choice xmlns:v="urn:schemas-microsoft-com:vml" Requires="v">
                <p:oleObj spid="_x0000_s3125" name="" r:id="rId1" imgW="1955165" imgH="413385" progId="Equation.2">
                  <p:embed/>
                </p:oleObj>
              </mc:Choice>
              <mc:Fallback>
                <p:oleObj name="" r:id="rId1" imgW="1955165" imgH="413385" progId="Equation.2">
                  <p:embed/>
                  <p:pic>
                    <p:nvPicPr>
                      <p:cNvPr id="0" name="图片 3124"/>
                      <p:cNvPicPr/>
                      <p:nvPr/>
                    </p:nvPicPr>
                    <p:blipFill>
                      <a:blip r:embed="rId2">
                        <a:clrChange>
                          <a:clrFrom>
                            <a:srgbClr val="000000"/>
                          </a:clrFrom>
                          <a:clrTo>
                            <a:srgbClr val="FFFF00"/>
                          </a:clrTo>
                        </a:clrChange>
                      </a:blip>
                      <a:stretch>
                        <a:fillRect/>
                      </a:stretch>
                    </p:blipFill>
                    <p:spPr>
                      <a:xfrm>
                        <a:off x="2925763" y="1727200"/>
                        <a:ext cx="3214687" cy="611188"/>
                      </a:xfrm>
                      <a:prstGeom prst="rect">
                        <a:avLst/>
                      </a:prstGeom>
                      <a:noFill/>
                      <a:ln w="38100">
                        <a:noFill/>
                        <a:miter/>
                      </a:ln>
                    </p:spPr>
                  </p:pic>
                </p:oleObj>
              </mc:Fallback>
            </mc:AlternateContent>
          </a:graphicData>
        </a:graphic>
      </p:graphicFrame>
      <p:sp>
        <p:nvSpPr>
          <p:cNvPr id="84995" name="Rectangle 4"/>
          <p:cNvSpPr/>
          <p:nvPr/>
        </p:nvSpPr>
        <p:spPr>
          <a:xfrm>
            <a:off x="431800" y="1231900"/>
            <a:ext cx="81978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production function is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84996" name="Object 1025"/>
          <p:cNvGraphicFramePr/>
          <p:nvPr/>
        </p:nvGraphicFramePr>
        <p:xfrm>
          <a:off x="815975" y="2551113"/>
          <a:ext cx="7253288" cy="546100"/>
        </p:xfrm>
        <a:graphic>
          <a:graphicData uri="http://schemas.openxmlformats.org/presentationml/2006/ole">
            <mc:AlternateContent xmlns:mc="http://schemas.openxmlformats.org/markup-compatibility/2006">
              <mc:Choice xmlns:v="urn:schemas-microsoft-com:vml" Requires="v">
                <p:oleObj spid="_x0000_s3130" name="" r:id="rId3" imgW="4436745" imgH="379095" progId="Equation.2">
                  <p:embed/>
                </p:oleObj>
              </mc:Choice>
              <mc:Fallback>
                <p:oleObj name="" r:id="rId3" imgW="4436745" imgH="379095" progId="Equation.2">
                  <p:embed/>
                  <p:pic>
                    <p:nvPicPr>
                      <p:cNvPr id="0" name="图片 3129"/>
                      <p:cNvPicPr/>
                      <p:nvPr/>
                    </p:nvPicPr>
                    <p:blipFill>
                      <a:blip r:embed="rId4">
                        <a:clrChange>
                          <a:clrFrom>
                            <a:srgbClr val="000000"/>
                          </a:clrFrom>
                          <a:clrTo>
                            <a:srgbClr val="FFFF00"/>
                          </a:clrTo>
                        </a:clrChange>
                      </a:blip>
                      <a:stretch>
                        <a:fillRect/>
                      </a:stretch>
                    </p:blipFill>
                    <p:spPr>
                      <a:xfrm>
                        <a:off x="815975" y="2551113"/>
                        <a:ext cx="7253288" cy="546100"/>
                      </a:xfrm>
                      <a:prstGeom prst="rect">
                        <a:avLst/>
                      </a:prstGeom>
                      <a:noFill/>
                      <a:ln w="38100">
                        <a:noFill/>
                        <a:miter/>
                      </a:ln>
                    </p:spPr>
                  </p:pic>
                </p:oleObj>
              </mc:Fallback>
            </mc:AlternateContent>
          </a:graphicData>
        </a:graphic>
      </p:graphicFrame>
      <p:sp>
        <p:nvSpPr>
          <p:cNvPr id="84997" name="Rectangle 6"/>
          <p:cNvSpPr/>
          <p:nvPr/>
        </p:nvSpPr>
        <p:spPr>
          <a:xfrm>
            <a:off x="431800" y="3255963"/>
            <a:ext cx="8048625" cy="252888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Cobb-Douglas technology’s returns-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to-scale is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rgbClr val="00FF00"/>
                </a:solidFill>
                <a:latin typeface="Arial" panose="020B0604020202020204" pitchFamily="34" charset="0"/>
                <a:ea typeface="宋体" panose="02010600030101010101" pitchFamily="2" charset="-122"/>
              </a:rPr>
              <a:t>constant</a:t>
            </a:r>
            <a:r>
              <a:rPr lang="en-US" altLang="zh-CN" dirty="0">
                <a:solidFill>
                  <a:schemeClr val="tx1"/>
                </a:solidFill>
                <a:latin typeface="Arial" panose="020B0604020202020204" pitchFamily="34" charset="0"/>
                <a:ea typeface="宋体" panose="02010600030101010101" pitchFamily="2" charset="-122"/>
              </a:rPr>
              <a:t>      if   </a:t>
            </a:r>
            <a:r>
              <a:rPr lang="en-US" altLang="zh-CN" dirty="0">
                <a:solidFill>
                  <a:srgbClr val="00FF00"/>
                </a:solidFill>
                <a:latin typeface="Arial" panose="020B0604020202020204" pitchFamily="34" charset="0"/>
                <a:ea typeface="宋体" panose="02010600030101010101" pitchFamily="2" charset="-122"/>
              </a:rPr>
              <a:t>a</a:t>
            </a:r>
            <a:r>
              <a:rPr lang="en-US" altLang="zh-CN" baseline="-25000" dirty="0">
                <a:solidFill>
                  <a:srgbClr val="00FF00"/>
                </a:solidFill>
                <a:latin typeface="Arial" panose="020B0604020202020204" pitchFamily="34" charset="0"/>
                <a:ea typeface="宋体" panose="02010600030101010101" pitchFamily="2" charset="-122"/>
              </a:rPr>
              <a:t>1</a:t>
            </a:r>
            <a:r>
              <a:rPr lang="en-US" altLang="zh-CN" dirty="0">
                <a:solidFill>
                  <a:srgbClr val="00FF00"/>
                </a:solidFill>
                <a:latin typeface="Arial" panose="020B0604020202020204" pitchFamily="34" charset="0"/>
                <a:ea typeface="宋体" panose="02010600030101010101" pitchFamily="2" charset="-122"/>
              </a:rPr>
              <a:t>+ … + a</a:t>
            </a:r>
            <a:r>
              <a:rPr lang="en-US" altLang="zh-CN" baseline="-25000" dirty="0">
                <a:solidFill>
                  <a:srgbClr val="00FF00"/>
                </a:solidFill>
                <a:latin typeface="Arial" panose="020B0604020202020204" pitchFamily="34" charset="0"/>
                <a:ea typeface="宋体" panose="02010600030101010101" pitchFamily="2" charset="-122"/>
              </a:rPr>
              <a:t>n</a:t>
            </a:r>
            <a:r>
              <a:rPr lang="en-US" altLang="zh-CN" dirty="0">
                <a:solidFill>
                  <a:srgbClr val="00FF00"/>
                </a:solidFill>
                <a:latin typeface="Arial" panose="020B0604020202020204" pitchFamily="34" charset="0"/>
                <a:ea typeface="宋体" panose="02010600030101010101" pitchFamily="2" charset="-122"/>
              </a:rPr>
              <a:t>  = 1</a:t>
            </a:r>
            <a:br>
              <a:rPr lang="en-US" altLang="zh-CN" dirty="0">
                <a:solidFill>
                  <a:srgbClr val="33CC33"/>
                </a:solidFill>
                <a:latin typeface="Arial" panose="020B0604020202020204" pitchFamily="34" charset="0"/>
                <a:ea typeface="宋体" panose="02010600030101010101" pitchFamily="2" charset="-122"/>
              </a:rPr>
            </a:br>
            <a:r>
              <a:rPr lang="en-US" altLang="zh-CN" dirty="0">
                <a:solidFill>
                  <a:schemeClr val="hlink"/>
                </a:solidFill>
                <a:latin typeface="Arial" panose="020B0604020202020204" pitchFamily="34" charset="0"/>
                <a:ea typeface="宋体" panose="02010600030101010101" pitchFamily="2" charset="-122"/>
              </a:rPr>
              <a:t>increasing</a:t>
            </a:r>
            <a:r>
              <a:rPr lang="en-US" altLang="zh-CN" dirty="0">
                <a:solidFill>
                  <a:schemeClr val="tx1"/>
                </a:solidFill>
                <a:latin typeface="Arial" panose="020B0604020202020204" pitchFamily="34" charset="0"/>
                <a:ea typeface="宋体" panose="02010600030101010101" pitchFamily="2" charset="-122"/>
              </a:rPr>
              <a:t>   if   </a:t>
            </a:r>
            <a:r>
              <a:rPr lang="en-US" altLang="zh-CN" dirty="0">
                <a:solidFill>
                  <a:schemeClr val="hlink"/>
                </a:solidFill>
                <a:latin typeface="Arial" panose="020B0604020202020204" pitchFamily="34" charset="0"/>
                <a:ea typeface="宋体" panose="02010600030101010101" pitchFamily="2" charset="-122"/>
              </a:rPr>
              <a:t>a</a:t>
            </a:r>
            <a:r>
              <a:rPr lang="en-US" altLang="zh-CN" baseline="-25000" dirty="0">
                <a:solidFill>
                  <a:schemeClr val="hlink"/>
                </a:solidFill>
                <a:latin typeface="Arial" panose="020B0604020202020204" pitchFamily="34" charset="0"/>
                <a:ea typeface="宋体" panose="02010600030101010101" pitchFamily="2" charset="-122"/>
              </a:rPr>
              <a:t>1</a:t>
            </a:r>
            <a:r>
              <a:rPr lang="en-US" altLang="zh-CN" dirty="0">
                <a:solidFill>
                  <a:schemeClr val="hlink"/>
                </a:solidFill>
                <a:latin typeface="Arial" panose="020B0604020202020204" pitchFamily="34" charset="0"/>
                <a:ea typeface="宋体" panose="02010600030101010101" pitchFamily="2" charset="-122"/>
              </a:rPr>
              <a:t>+ … + a</a:t>
            </a:r>
            <a:r>
              <a:rPr lang="en-US" altLang="zh-CN" baseline="-25000" dirty="0">
                <a:solidFill>
                  <a:schemeClr val="hlink"/>
                </a:solidFill>
                <a:latin typeface="Arial" panose="020B0604020202020204" pitchFamily="34" charset="0"/>
                <a:ea typeface="宋体" panose="02010600030101010101" pitchFamily="2" charset="-122"/>
              </a:rPr>
              <a:t>n</a:t>
            </a:r>
            <a:r>
              <a:rPr lang="en-US" altLang="zh-CN" dirty="0">
                <a:solidFill>
                  <a:schemeClr val="hlink"/>
                </a:solidFill>
                <a:latin typeface="Arial" panose="020B0604020202020204" pitchFamily="34" charset="0"/>
                <a:ea typeface="宋体" panose="02010600030101010101" pitchFamily="2" charset="-122"/>
              </a:rPr>
              <a:t>  &gt; 1</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rgbClr val="D76804"/>
                </a:solidFill>
                <a:latin typeface="Arial" panose="020B0604020202020204" pitchFamily="34" charset="0"/>
                <a:ea typeface="宋体" panose="02010600030101010101" pitchFamily="2" charset="-122"/>
              </a:rPr>
              <a:t>decreasing</a:t>
            </a:r>
            <a:r>
              <a:rPr lang="en-US" altLang="zh-CN" dirty="0">
                <a:solidFill>
                  <a:schemeClr val="tx1"/>
                </a:solidFill>
                <a:latin typeface="Arial" panose="020B0604020202020204" pitchFamily="34" charset="0"/>
                <a:ea typeface="宋体" panose="02010600030101010101" pitchFamily="2" charset="-122"/>
              </a:rPr>
              <a:t>  if   </a:t>
            </a:r>
            <a:r>
              <a:rPr lang="en-US" altLang="zh-CN" dirty="0">
                <a:solidFill>
                  <a:srgbClr val="D76804"/>
                </a:solidFill>
                <a:latin typeface="Arial" panose="020B0604020202020204" pitchFamily="34" charset="0"/>
                <a:ea typeface="宋体" panose="02010600030101010101" pitchFamily="2" charset="-122"/>
              </a:rPr>
              <a:t>a</a:t>
            </a:r>
            <a:r>
              <a:rPr lang="en-US" altLang="zh-CN" baseline="-25000" dirty="0">
                <a:solidFill>
                  <a:srgbClr val="D76804"/>
                </a:solidFill>
                <a:latin typeface="Arial" panose="020B0604020202020204" pitchFamily="34" charset="0"/>
                <a:ea typeface="宋体" panose="02010600030101010101" pitchFamily="2" charset="-122"/>
              </a:rPr>
              <a:t>1</a:t>
            </a:r>
            <a:r>
              <a:rPr lang="en-US" altLang="zh-CN" dirty="0">
                <a:solidFill>
                  <a:srgbClr val="D76804"/>
                </a:solidFill>
                <a:latin typeface="Arial" panose="020B0604020202020204" pitchFamily="34" charset="0"/>
                <a:ea typeface="宋体" panose="02010600030101010101" pitchFamily="2" charset="-122"/>
              </a:rPr>
              <a:t>+ … + a</a:t>
            </a:r>
            <a:r>
              <a:rPr lang="en-US" altLang="zh-CN" baseline="-25000" dirty="0">
                <a:solidFill>
                  <a:srgbClr val="D76804"/>
                </a:solidFill>
                <a:latin typeface="Arial" panose="020B0604020202020204" pitchFamily="34" charset="0"/>
                <a:ea typeface="宋体" panose="02010600030101010101" pitchFamily="2" charset="-122"/>
              </a:rPr>
              <a:t>n</a:t>
            </a:r>
            <a:r>
              <a:rPr lang="en-US" altLang="zh-CN" dirty="0">
                <a:solidFill>
                  <a:srgbClr val="D76804"/>
                </a:solidFill>
                <a:latin typeface="Arial" panose="020B0604020202020204" pitchFamily="34" charset="0"/>
                <a:ea typeface="宋体" panose="02010600030101010101" pitchFamily="2" charset="-122"/>
              </a:rPr>
              <a:t>  &lt; 1</a:t>
            </a:r>
            <a:r>
              <a:rPr lang="en-US" altLang="zh-CN" dirty="0">
                <a:solidFill>
                  <a:schemeClr val="tx1"/>
                </a:solidFill>
                <a:latin typeface="Arial" panose="020B0604020202020204" pitchFamily="34" charset="0"/>
                <a:ea typeface="宋体" panose="02010600030101010101" pitchFamily="2" charset="-122"/>
              </a:rPr>
              <a:t>.</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endParaRPr lang="en-US" altLang="zh-CN" dirty="0">
              <a:ea typeface="宋体" panose="02010600030101010101" pitchFamily="2" charset="-122"/>
            </a:endParaRPr>
          </a:p>
        </p:txBody>
      </p:sp>
      <p:sp>
        <p:nvSpPr>
          <p:cNvPr id="86018"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Q: Can a technology exhibit increasing returns-to-scale even though all of its marginal products are diminishing?</a:t>
            </a:r>
            <a:br>
              <a:rPr lang="en-US" altLang="zh-CN" dirty="0">
                <a:ea typeface="宋体" panose="02010600030101010101" pitchFamily="2" charset="-122"/>
              </a:rPr>
            </a:br>
            <a:endParaRPr lang="en-US" altLang="zh-CN" dirty="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endParaRPr lang="en-US" altLang="zh-CN" dirty="0">
              <a:ea typeface="宋体" panose="02010600030101010101" pitchFamily="2" charset="-122"/>
            </a:endParaRPr>
          </a:p>
        </p:txBody>
      </p:sp>
      <p:sp>
        <p:nvSpPr>
          <p:cNvPr id="87042"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Q: Can a technology exhibit increasing returns-to-scale even if all of its marginal products are diminishing?</a:t>
            </a:r>
            <a:endParaRPr lang="en-US" altLang="zh-CN" dirty="0">
              <a:ea typeface="宋体" panose="02010600030101010101" pitchFamily="2" charset="-122"/>
            </a:endParaRPr>
          </a:p>
          <a:p>
            <a:r>
              <a:rPr lang="en-US" altLang="zh-CN" dirty="0">
                <a:ea typeface="宋体" panose="02010600030101010101" pitchFamily="2" charset="-122"/>
              </a:rPr>
              <a:t>A: Yes.</a:t>
            </a:r>
            <a:endParaRPr lang="en-US" altLang="zh-CN" dirty="0">
              <a:ea typeface="宋体" panose="02010600030101010101" pitchFamily="2" charset="-122"/>
            </a:endParaRPr>
          </a:p>
          <a:p>
            <a:r>
              <a:rPr lang="en-US" altLang="zh-CN" dirty="0">
                <a:ea typeface="宋体" panose="02010600030101010101" pitchFamily="2" charset="-122"/>
              </a:rPr>
              <a:t>E.g.</a:t>
            </a:r>
            <a:br>
              <a:rPr lang="en-US" altLang="zh-CN" dirty="0">
                <a:ea typeface="宋体" panose="02010600030101010101" pitchFamily="2" charset="-122"/>
              </a:rPr>
            </a:br>
            <a:endParaRPr lang="en-US" altLang="zh-CN" dirty="0">
              <a:ea typeface="宋体" panose="02010600030101010101" pitchFamily="2" charset="-122"/>
            </a:endParaRPr>
          </a:p>
        </p:txBody>
      </p:sp>
      <p:graphicFrame>
        <p:nvGraphicFramePr>
          <p:cNvPr id="87043" name="Object 4"/>
          <p:cNvGraphicFramePr/>
          <p:nvPr/>
        </p:nvGraphicFramePr>
        <p:xfrm>
          <a:off x="2262188" y="4302125"/>
          <a:ext cx="2390775" cy="615950"/>
        </p:xfrm>
        <a:graphic>
          <a:graphicData uri="http://schemas.openxmlformats.org/presentationml/2006/ole">
            <mc:AlternateContent xmlns:mc="http://schemas.openxmlformats.org/markup-compatibility/2006">
              <mc:Choice xmlns:v="urn:schemas-microsoft-com:vml" Requires="v">
                <p:oleObj spid="_x0000_s3129" name="" r:id="rId1" imgW="1371600" imgH="370205" progId="Equation.2">
                  <p:embed/>
                </p:oleObj>
              </mc:Choice>
              <mc:Fallback>
                <p:oleObj name="" r:id="rId1" imgW="1371600" imgH="370205" progId="Equation.2">
                  <p:embed/>
                  <p:pic>
                    <p:nvPicPr>
                      <p:cNvPr id="0" name="图片 3128"/>
                      <p:cNvPicPr/>
                      <p:nvPr/>
                    </p:nvPicPr>
                    <p:blipFill>
                      <a:blip r:embed="rId2">
                        <a:clrChange>
                          <a:clrFrom>
                            <a:srgbClr val="000000"/>
                          </a:clrFrom>
                          <a:clrTo>
                            <a:srgbClr val="FFFF00"/>
                          </a:clrTo>
                        </a:clrChange>
                      </a:blip>
                      <a:stretch>
                        <a:fillRect/>
                      </a:stretch>
                    </p:blipFill>
                    <p:spPr>
                      <a:xfrm>
                        <a:off x="2262188" y="4302125"/>
                        <a:ext cx="2390775" cy="615950"/>
                      </a:xfrm>
                      <a:prstGeom prst="rect">
                        <a:avLst/>
                      </a:prstGeom>
                      <a:noFill/>
                      <a:ln w="38100">
                        <a:noFill/>
                        <a:miter/>
                      </a:ln>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endParaRPr lang="en-US" altLang="zh-CN" dirty="0">
              <a:ea typeface="宋体" panose="02010600030101010101" pitchFamily="2" charset="-122"/>
            </a:endParaRPr>
          </a:p>
        </p:txBody>
      </p:sp>
      <p:graphicFrame>
        <p:nvGraphicFramePr>
          <p:cNvPr id="88066" name="Object 3"/>
          <p:cNvGraphicFramePr/>
          <p:nvPr/>
        </p:nvGraphicFramePr>
        <p:xfrm>
          <a:off x="2532063" y="1062038"/>
          <a:ext cx="4013200" cy="668337"/>
        </p:xfrm>
        <a:graphic>
          <a:graphicData uri="http://schemas.openxmlformats.org/presentationml/2006/ole">
            <mc:AlternateContent xmlns:mc="http://schemas.openxmlformats.org/markup-compatibility/2006">
              <mc:Choice xmlns:v="urn:schemas-microsoft-com:vml" Requires="v">
                <p:oleObj spid="_x0000_s3127" name="" r:id="rId1" imgW="2320925" imgH="413385" progId="Equation.2">
                  <p:embed/>
                </p:oleObj>
              </mc:Choice>
              <mc:Fallback>
                <p:oleObj name="" r:id="rId1" imgW="2320925" imgH="413385" progId="Equation.2">
                  <p:embed/>
                  <p:pic>
                    <p:nvPicPr>
                      <p:cNvPr id="0" name="图片 3126"/>
                      <p:cNvPicPr/>
                      <p:nvPr/>
                    </p:nvPicPr>
                    <p:blipFill>
                      <a:blip r:embed="rId2">
                        <a:clrChange>
                          <a:clrFrom>
                            <a:srgbClr val="000000"/>
                          </a:clrFrom>
                          <a:clrTo>
                            <a:srgbClr val="FFFF00"/>
                          </a:clrTo>
                        </a:clrChange>
                      </a:blip>
                      <a:stretch>
                        <a:fillRect/>
                      </a:stretch>
                    </p:blipFill>
                    <p:spPr>
                      <a:xfrm>
                        <a:off x="2532063" y="1062038"/>
                        <a:ext cx="4013200" cy="668337"/>
                      </a:xfrm>
                      <a:prstGeom prst="rect">
                        <a:avLst/>
                      </a:prstGeom>
                      <a:noFill/>
                      <a:ln w="38100">
                        <a:noFill/>
                        <a:miter/>
                      </a:ln>
                    </p:spPr>
                  </p:pic>
                </p:oleObj>
              </mc:Fallback>
            </mc:AlternateContent>
          </a:graphicData>
        </a:graphic>
      </p:graphicFrame>
      <p:graphicFrame>
        <p:nvGraphicFramePr>
          <p:cNvPr id="88067" name="Object 4"/>
          <p:cNvGraphicFramePr/>
          <p:nvPr/>
        </p:nvGraphicFramePr>
        <p:xfrm>
          <a:off x="708025" y="1754188"/>
          <a:ext cx="2651125" cy="895350"/>
        </p:xfrm>
        <a:graphic>
          <a:graphicData uri="http://schemas.openxmlformats.org/presentationml/2006/ole">
            <mc:AlternateContent xmlns:mc="http://schemas.openxmlformats.org/markup-compatibility/2006">
              <mc:Choice xmlns:v="urn:schemas-microsoft-com:vml" Requires="v">
                <p:oleObj spid="_x0000_s3128" name="" r:id="rId3" imgW="1537335" imgH="561975" progId="Equation.2">
                  <p:embed/>
                </p:oleObj>
              </mc:Choice>
              <mc:Fallback>
                <p:oleObj name="" r:id="rId3" imgW="1537335" imgH="561975" progId="Equation.2">
                  <p:embed/>
                  <p:pic>
                    <p:nvPicPr>
                      <p:cNvPr id="0" name="图片 3127"/>
                      <p:cNvPicPr/>
                      <p:nvPr/>
                    </p:nvPicPr>
                    <p:blipFill>
                      <a:blip r:embed="rId4">
                        <a:clrChange>
                          <a:clrFrom>
                            <a:srgbClr val="000000"/>
                          </a:clrFrom>
                          <a:clrTo>
                            <a:srgbClr val="FFFF00"/>
                          </a:clrTo>
                        </a:clrChange>
                      </a:blip>
                      <a:stretch>
                        <a:fillRect/>
                      </a:stretch>
                    </p:blipFill>
                    <p:spPr>
                      <a:xfrm>
                        <a:off x="708025" y="1754188"/>
                        <a:ext cx="2651125" cy="895350"/>
                      </a:xfrm>
                      <a:prstGeom prst="rect">
                        <a:avLst/>
                      </a:prstGeom>
                      <a:noFill/>
                      <a:ln w="38100">
                        <a:noFill/>
                        <a:miter/>
                      </a:ln>
                    </p:spPr>
                  </p:pic>
                </p:oleObj>
              </mc:Fallback>
            </mc:AlternateContent>
          </a:graphicData>
        </a:graphic>
      </p:graphicFrame>
      <p:sp>
        <p:nvSpPr>
          <p:cNvPr id="88068" name="Rectangle 5"/>
          <p:cNvSpPr/>
          <p:nvPr/>
        </p:nvSpPr>
        <p:spPr>
          <a:xfrm>
            <a:off x="3503613" y="1946275"/>
            <a:ext cx="5514975"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so this technology exhibits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increasing returns-to-scale.</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endParaRPr lang="en-US" altLang="zh-CN" dirty="0">
              <a:ea typeface="宋体" panose="02010600030101010101" pitchFamily="2" charset="-122"/>
            </a:endParaRPr>
          </a:p>
        </p:txBody>
      </p:sp>
      <p:graphicFrame>
        <p:nvGraphicFramePr>
          <p:cNvPr id="89090" name="Object 3"/>
          <p:cNvGraphicFramePr/>
          <p:nvPr/>
        </p:nvGraphicFramePr>
        <p:xfrm>
          <a:off x="2532063" y="1062038"/>
          <a:ext cx="4013200" cy="668337"/>
        </p:xfrm>
        <a:graphic>
          <a:graphicData uri="http://schemas.openxmlformats.org/presentationml/2006/ole">
            <mc:AlternateContent xmlns:mc="http://schemas.openxmlformats.org/markup-compatibility/2006">
              <mc:Choice xmlns:v="urn:schemas-microsoft-com:vml" Requires="v">
                <p:oleObj spid="_x0000_s3131" name="" r:id="rId1" imgW="2320925" imgH="413385" progId="Equation.2">
                  <p:embed/>
                </p:oleObj>
              </mc:Choice>
              <mc:Fallback>
                <p:oleObj name="" r:id="rId1" imgW="2320925" imgH="413385" progId="Equation.2">
                  <p:embed/>
                  <p:pic>
                    <p:nvPicPr>
                      <p:cNvPr id="0" name="图片 3130"/>
                      <p:cNvPicPr/>
                      <p:nvPr/>
                    </p:nvPicPr>
                    <p:blipFill>
                      <a:blip r:embed="rId2">
                        <a:clrChange>
                          <a:clrFrom>
                            <a:srgbClr val="000000"/>
                          </a:clrFrom>
                          <a:clrTo>
                            <a:srgbClr val="FFFF00"/>
                          </a:clrTo>
                        </a:clrChange>
                      </a:blip>
                      <a:stretch>
                        <a:fillRect/>
                      </a:stretch>
                    </p:blipFill>
                    <p:spPr>
                      <a:xfrm>
                        <a:off x="2532063" y="1062038"/>
                        <a:ext cx="4013200" cy="668337"/>
                      </a:xfrm>
                      <a:prstGeom prst="rect">
                        <a:avLst/>
                      </a:prstGeom>
                      <a:noFill/>
                      <a:ln w="38100">
                        <a:noFill/>
                        <a:miter/>
                      </a:ln>
                    </p:spPr>
                  </p:pic>
                </p:oleObj>
              </mc:Fallback>
            </mc:AlternateContent>
          </a:graphicData>
        </a:graphic>
      </p:graphicFrame>
      <p:graphicFrame>
        <p:nvGraphicFramePr>
          <p:cNvPr id="89091" name="Object 4"/>
          <p:cNvGraphicFramePr/>
          <p:nvPr/>
        </p:nvGraphicFramePr>
        <p:xfrm>
          <a:off x="708025" y="1754188"/>
          <a:ext cx="2651125" cy="895350"/>
        </p:xfrm>
        <a:graphic>
          <a:graphicData uri="http://schemas.openxmlformats.org/presentationml/2006/ole">
            <mc:AlternateContent xmlns:mc="http://schemas.openxmlformats.org/markup-compatibility/2006">
              <mc:Choice xmlns:v="urn:schemas-microsoft-com:vml" Requires="v">
                <p:oleObj spid="_x0000_s3135" name="" r:id="rId3" imgW="1537335" imgH="561975" progId="Equation.2">
                  <p:embed/>
                </p:oleObj>
              </mc:Choice>
              <mc:Fallback>
                <p:oleObj name="" r:id="rId3" imgW="1537335" imgH="561975" progId="Equation.2">
                  <p:embed/>
                  <p:pic>
                    <p:nvPicPr>
                      <p:cNvPr id="0" name="图片 3134"/>
                      <p:cNvPicPr/>
                      <p:nvPr/>
                    </p:nvPicPr>
                    <p:blipFill>
                      <a:blip r:embed="rId4">
                        <a:clrChange>
                          <a:clrFrom>
                            <a:srgbClr val="000000"/>
                          </a:clrFrom>
                          <a:clrTo>
                            <a:srgbClr val="FFFF00"/>
                          </a:clrTo>
                        </a:clrChange>
                      </a:blip>
                      <a:stretch>
                        <a:fillRect/>
                      </a:stretch>
                    </p:blipFill>
                    <p:spPr>
                      <a:xfrm>
                        <a:off x="708025" y="1754188"/>
                        <a:ext cx="2651125" cy="895350"/>
                      </a:xfrm>
                      <a:prstGeom prst="rect">
                        <a:avLst/>
                      </a:prstGeom>
                      <a:noFill/>
                      <a:ln w="38100">
                        <a:noFill/>
                        <a:miter/>
                      </a:ln>
                    </p:spPr>
                  </p:pic>
                </p:oleObj>
              </mc:Fallback>
            </mc:AlternateContent>
          </a:graphicData>
        </a:graphic>
      </p:graphicFrame>
      <p:sp>
        <p:nvSpPr>
          <p:cNvPr id="89092" name="Rectangle 5"/>
          <p:cNvSpPr/>
          <p:nvPr/>
        </p:nvSpPr>
        <p:spPr>
          <a:xfrm>
            <a:off x="3503613" y="1946275"/>
            <a:ext cx="5514975"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so this technology exhibits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increasing returns-to-scale.</a:t>
            </a:r>
            <a:endParaRPr lang="en-US" altLang="zh-CN" dirty="0">
              <a:solidFill>
                <a:schemeClr val="tx1"/>
              </a:solidFill>
              <a:latin typeface="Arial" panose="020B0604020202020204" pitchFamily="34" charset="0"/>
              <a:ea typeface="宋体" panose="02010600030101010101" pitchFamily="2" charset="-122"/>
            </a:endParaRPr>
          </a:p>
        </p:txBody>
      </p:sp>
      <p:sp>
        <p:nvSpPr>
          <p:cNvPr id="89093" name="Rectangle 6"/>
          <p:cNvSpPr/>
          <p:nvPr/>
        </p:nvSpPr>
        <p:spPr>
          <a:xfrm>
            <a:off x="646113" y="3089275"/>
            <a:ext cx="97472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But </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89094" name="Object 7"/>
          <p:cNvGraphicFramePr/>
          <p:nvPr/>
        </p:nvGraphicFramePr>
        <p:xfrm>
          <a:off x="1638300" y="2944813"/>
          <a:ext cx="3209925" cy="885825"/>
        </p:xfrm>
        <a:graphic>
          <a:graphicData uri="http://schemas.openxmlformats.org/presentationml/2006/ole">
            <mc:AlternateContent xmlns:mc="http://schemas.openxmlformats.org/markup-compatibility/2006">
              <mc:Choice xmlns:v="urn:schemas-microsoft-com:vml" Requires="v">
                <p:oleObj spid="_x0000_s3136" name="" r:id="rId5" imgW="1868170" imgH="561975" progId="Equation.2">
                  <p:embed/>
                </p:oleObj>
              </mc:Choice>
              <mc:Fallback>
                <p:oleObj name="" r:id="rId5" imgW="1868170" imgH="561975" progId="Equation.2">
                  <p:embed/>
                  <p:pic>
                    <p:nvPicPr>
                      <p:cNvPr id="0" name="图片 3135"/>
                      <p:cNvPicPr/>
                      <p:nvPr/>
                    </p:nvPicPr>
                    <p:blipFill>
                      <a:blip r:embed="rId6">
                        <a:clrChange>
                          <a:clrFrom>
                            <a:srgbClr val="000000"/>
                          </a:clrFrom>
                          <a:clrTo>
                            <a:srgbClr val="FFFF00"/>
                          </a:clrTo>
                        </a:clrChange>
                      </a:blip>
                      <a:stretch>
                        <a:fillRect/>
                      </a:stretch>
                    </p:blipFill>
                    <p:spPr>
                      <a:xfrm>
                        <a:off x="1638300" y="2944813"/>
                        <a:ext cx="3209925" cy="885825"/>
                      </a:xfrm>
                      <a:prstGeom prst="rect">
                        <a:avLst/>
                      </a:prstGeom>
                      <a:noFill/>
                      <a:ln w="38100">
                        <a:noFill/>
                        <a:miter/>
                      </a:ln>
                    </p:spPr>
                  </p:pic>
                </p:oleObj>
              </mc:Fallback>
            </mc:AlternateContent>
          </a:graphicData>
        </a:graphic>
      </p:graphicFrame>
      <p:sp>
        <p:nvSpPr>
          <p:cNvPr id="89095" name="Rectangle 8"/>
          <p:cNvSpPr/>
          <p:nvPr/>
        </p:nvSpPr>
        <p:spPr>
          <a:xfrm>
            <a:off x="4884738" y="3089275"/>
            <a:ext cx="33591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diminishes as 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89096" name="Rectangle 9"/>
          <p:cNvSpPr/>
          <p:nvPr/>
        </p:nvSpPr>
        <p:spPr>
          <a:xfrm>
            <a:off x="669925" y="3803650"/>
            <a:ext cx="2058988"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increases</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endParaRPr lang="en-US" altLang="zh-CN" dirty="0">
              <a:ea typeface="宋体" panose="02010600030101010101" pitchFamily="2" charset="-122"/>
            </a:endParaRPr>
          </a:p>
        </p:txBody>
      </p:sp>
      <p:graphicFrame>
        <p:nvGraphicFramePr>
          <p:cNvPr id="90114" name="Object 3"/>
          <p:cNvGraphicFramePr/>
          <p:nvPr/>
        </p:nvGraphicFramePr>
        <p:xfrm>
          <a:off x="2532063" y="1062038"/>
          <a:ext cx="4013200" cy="668337"/>
        </p:xfrm>
        <a:graphic>
          <a:graphicData uri="http://schemas.openxmlformats.org/presentationml/2006/ole">
            <mc:AlternateContent xmlns:mc="http://schemas.openxmlformats.org/markup-compatibility/2006">
              <mc:Choice xmlns:v="urn:schemas-microsoft-com:vml" Requires="v">
                <p:oleObj spid="_x0000_s3132" name="" r:id="rId1" imgW="2320925" imgH="413385" progId="Equation.2">
                  <p:embed/>
                </p:oleObj>
              </mc:Choice>
              <mc:Fallback>
                <p:oleObj name="" r:id="rId1" imgW="2320925" imgH="413385" progId="Equation.2">
                  <p:embed/>
                  <p:pic>
                    <p:nvPicPr>
                      <p:cNvPr id="0" name="图片 3131"/>
                      <p:cNvPicPr/>
                      <p:nvPr/>
                    </p:nvPicPr>
                    <p:blipFill>
                      <a:blip r:embed="rId2">
                        <a:clrChange>
                          <a:clrFrom>
                            <a:srgbClr val="000000"/>
                          </a:clrFrom>
                          <a:clrTo>
                            <a:srgbClr val="FFFF00"/>
                          </a:clrTo>
                        </a:clrChange>
                      </a:blip>
                      <a:stretch>
                        <a:fillRect/>
                      </a:stretch>
                    </p:blipFill>
                    <p:spPr>
                      <a:xfrm>
                        <a:off x="2532063" y="1062038"/>
                        <a:ext cx="4013200" cy="668337"/>
                      </a:xfrm>
                      <a:prstGeom prst="rect">
                        <a:avLst/>
                      </a:prstGeom>
                      <a:noFill/>
                      <a:ln w="38100">
                        <a:noFill/>
                        <a:miter/>
                      </a:ln>
                    </p:spPr>
                  </p:pic>
                </p:oleObj>
              </mc:Fallback>
            </mc:AlternateContent>
          </a:graphicData>
        </a:graphic>
      </p:graphicFrame>
      <p:graphicFrame>
        <p:nvGraphicFramePr>
          <p:cNvPr id="90115" name="Object 4"/>
          <p:cNvGraphicFramePr/>
          <p:nvPr/>
        </p:nvGraphicFramePr>
        <p:xfrm>
          <a:off x="708025" y="1754188"/>
          <a:ext cx="2651125" cy="895350"/>
        </p:xfrm>
        <a:graphic>
          <a:graphicData uri="http://schemas.openxmlformats.org/presentationml/2006/ole">
            <mc:AlternateContent xmlns:mc="http://schemas.openxmlformats.org/markup-compatibility/2006">
              <mc:Choice xmlns:v="urn:schemas-microsoft-com:vml" Requires="v">
                <p:oleObj spid="_x0000_s3133" name="" r:id="rId3" imgW="1537335" imgH="561975" progId="Equation.2">
                  <p:embed/>
                </p:oleObj>
              </mc:Choice>
              <mc:Fallback>
                <p:oleObj name="" r:id="rId3" imgW="1537335" imgH="561975" progId="Equation.2">
                  <p:embed/>
                  <p:pic>
                    <p:nvPicPr>
                      <p:cNvPr id="0" name="图片 3132"/>
                      <p:cNvPicPr/>
                      <p:nvPr/>
                    </p:nvPicPr>
                    <p:blipFill>
                      <a:blip r:embed="rId4">
                        <a:clrChange>
                          <a:clrFrom>
                            <a:srgbClr val="000000"/>
                          </a:clrFrom>
                          <a:clrTo>
                            <a:srgbClr val="FFFF00"/>
                          </a:clrTo>
                        </a:clrChange>
                      </a:blip>
                      <a:stretch>
                        <a:fillRect/>
                      </a:stretch>
                    </p:blipFill>
                    <p:spPr>
                      <a:xfrm>
                        <a:off x="708025" y="1754188"/>
                        <a:ext cx="2651125" cy="895350"/>
                      </a:xfrm>
                      <a:prstGeom prst="rect">
                        <a:avLst/>
                      </a:prstGeom>
                      <a:noFill/>
                      <a:ln w="38100">
                        <a:noFill/>
                        <a:miter/>
                      </a:ln>
                    </p:spPr>
                  </p:pic>
                </p:oleObj>
              </mc:Fallback>
            </mc:AlternateContent>
          </a:graphicData>
        </a:graphic>
      </p:graphicFrame>
      <p:sp>
        <p:nvSpPr>
          <p:cNvPr id="90116" name="Rectangle 5"/>
          <p:cNvSpPr/>
          <p:nvPr/>
        </p:nvSpPr>
        <p:spPr>
          <a:xfrm>
            <a:off x="3503613" y="1946275"/>
            <a:ext cx="5514975"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so this technology exhibits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increasing returns-to-scale.</a:t>
            </a:r>
            <a:endParaRPr lang="en-US" altLang="zh-CN" dirty="0">
              <a:solidFill>
                <a:schemeClr val="tx1"/>
              </a:solidFill>
              <a:latin typeface="Arial" panose="020B0604020202020204" pitchFamily="34" charset="0"/>
              <a:ea typeface="宋体" panose="02010600030101010101" pitchFamily="2" charset="-122"/>
            </a:endParaRPr>
          </a:p>
        </p:txBody>
      </p:sp>
      <p:sp>
        <p:nvSpPr>
          <p:cNvPr id="90117" name="Rectangle 6"/>
          <p:cNvSpPr/>
          <p:nvPr/>
        </p:nvSpPr>
        <p:spPr>
          <a:xfrm>
            <a:off x="646113" y="3089275"/>
            <a:ext cx="97472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But </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90118" name="Object 7"/>
          <p:cNvGraphicFramePr/>
          <p:nvPr/>
        </p:nvGraphicFramePr>
        <p:xfrm>
          <a:off x="1638300" y="2944813"/>
          <a:ext cx="3209925" cy="885825"/>
        </p:xfrm>
        <a:graphic>
          <a:graphicData uri="http://schemas.openxmlformats.org/presentationml/2006/ole">
            <mc:AlternateContent xmlns:mc="http://schemas.openxmlformats.org/markup-compatibility/2006">
              <mc:Choice xmlns:v="urn:schemas-microsoft-com:vml" Requires="v">
                <p:oleObj spid="_x0000_s3134" name="" r:id="rId5" imgW="1868170" imgH="561975" progId="Equation.2">
                  <p:embed/>
                </p:oleObj>
              </mc:Choice>
              <mc:Fallback>
                <p:oleObj name="" r:id="rId5" imgW="1868170" imgH="561975" progId="Equation.2">
                  <p:embed/>
                  <p:pic>
                    <p:nvPicPr>
                      <p:cNvPr id="0" name="图片 3133"/>
                      <p:cNvPicPr/>
                      <p:nvPr/>
                    </p:nvPicPr>
                    <p:blipFill>
                      <a:blip r:embed="rId6">
                        <a:clrChange>
                          <a:clrFrom>
                            <a:srgbClr val="000000"/>
                          </a:clrFrom>
                          <a:clrTo>
                            <a:srgbClr val="FFFF00"/>
                          </a:clrTo>
                        </a:clrChange>
                      </a:blip>
                      <a:stretch>
                        <a:fillRect/>
                      </a:stretch>
                    </p:blipFill>
                    <p:spPr>
                      <a:xfrm>
                        <a:off x="1638300" y="2944813"/>
                        <a:ext cx="3209925" cy="885825"/>
                      </a:xfrm>
                      <a:prstGeom prst="rect">
                        <a:avLst/>
                      </a:prstGeom>
                      <a:noFill/>
                      <a:ln w="38100">
                        <a:noFill/>
                        <a:miter/>
                      </a:ln>
                    </p:spPr>
                  </p:pic>
                </p:oleObj>
              </mc:Fallback>
            </mc:AlternateContent>
          </a:graphicData>
        </a:graphic>
      </p:graphicFrame>
      <p:sp>
        <p:nvSpPr>
          <p:cNvPr id="90119" name="Rectangle 8"/>
          <p:cNvSpPr/>
          <p:nvPr/>
        </p:nvSpPr>
        <p:spPr>
          <a:xfrm>
            <a:off x="4884738" y="3089275"/>
            <a:ext cx="335915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diminishes as 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90120" name="Rectangle 9"/>
          <p:cNvSpPr/>
          <p:nvPr/>
        </p:nvSpPr>
        <p:spPr>
          <a:xfrm>
            <a:off x="669925" y="3803650"/>
            <a:ext cx="289560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increases and</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90121" name="Object 10"/>
          <p:cNvGraphicFramePr/>
          <p:nvPr/>
        </p:nvGraphicFramePr>
        <p:xfrm>
          <a:off x="1616075" y="4302125"/>
          <a:ext cx="3244850" cy="876300"/>
        </p:xfrm>
        <a:graphic>
          <a:graphicData uri="http://schemas.openxmlformats.org/presentationml/2006/ole">
            <mc:AlternateContent xmlns:mc="http://schemas.openxmlformats.org/markup-compatibility/2006">
              <mc:Choice xmlns:v="urn:schemas-microsoft-com:vml" Requires="v">
                <p:oleObj spid="_x0000_s3137" name="" r:id="rId7" imgW="1894205" imgH="561975" progId="Equation.2">
                  <p:embed/>
                </p:oleObj>
              </mc:Choice>
              <mc:Fallback>
                <p:oleObj name="" r:id="rId7" imgW="1894205" imgH="561975" progId="Equation.2">
                  <p:embed/>
                  <p:pic>
                    <p:nvPicPr>
                      <p:cNvPr id="0" name="图片 3136"/>
                      <p:cNvPicPr/>
                      <p:nvPr/>
                    </p:nvPicPr>
                    <p:blipFill>
                      <a:blip r:embed="rId8">
                        <a:clrChange>
                          <a:clrFrom>
                            <a:srgbClr val="000000"/>
                          </a:clrFrom>
                          <a:clrTo>
                            <a:srgbClr val="FFFF00"/>
                          </a:clrTo>
                        </a:clrChange>
                      </a:blip>
                      <a:stretch>
                        <a:fillRect/>
                      </a:stretch>
                    </p:blipFill>
                    <p:spPr>
                      <a:xfrm>
                        <a:off x="1616075" y="4302125"/>
                        <a:ext cx="3244850" cy="876300"/>
                      </a:xfrm>
                      <a:prstGeom prst="rect">
                        <a:avLst/>
                      </a:prstGeom>
                      <a:noFill/>
                      <a:ln w="38100">
                        <a:noFill/>
                        <a:miter/>
                      </a:ln>
                    </p:spPr>
                  </p:pic>
                </p:oleObj>
              </mc:Fallback>
            </mc:AlternateContent>
          </a:graphicData>
        </a:graphic>
      </p:graphicFrame>
      <p:sp>
        <p:nvSpPr>
          <p:cNvPr id="90122" name="Rectangle 11"/>
          <p:cNvSpPr/>
          <p:nvPr/>
        </p:nvSpPr>
        <p:spPr>
          <a:xfrm>
            <a:off x="4884738" y="4446588"/>
            <a:ext cx="335915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diminishes as 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90123" name="Rectangle 12"/>
          <p:cNvSpPr/>
          <p:nvPr/>
        </p:nvSpPr>
        <p:spPr>
          <a:xfrm>
            <a:off x="669925" y="5160963"/>
            <a:ext cx="2173288"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increases.</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endParaRPr lang="en-US" altLang="zh-CN" dirty="0">
              <a:ea typeface="宋体" panose="02010600030101010101" pitchFamily="2" charset="-122"/>
            </a:endParaRPr>
          </a:p>
        </p:txBody>
      </p:sp>
      <p:sp>
        <p:nvSpPr>
          <p:cNvPr id="91138"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So a technology can exhibit increasing returns-to-scale even if all of its marginal products are diminishing.  Why?</a:t>
            </a:r>
            <a:endParaRPr lang="en-US" altLang="zh-CN" dirty="0">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endParaRPr lang="en-US" altLang="zh-CN" dirty="0">
              <a:ea typeface="宋体" panose="02010600030101010101" pitchFamily="2" charset="-122"/>
            </a:endParaRPr>
          </a:p>
        </p:txBody>
      </p:sp>
      <p:sp>
        <p:nvSpPr>
          <p:cNvPr id="92162" name="Rectangle 3"/>
          <p:cNvSpPr>
            <a:spLocks noGrp="1"/>
          </p:cNvSpPr>
          <p:nvPr>
            <p:ph idx="1"/>
          </p:nvPr>
        </p:nvSpPr>
        <p:spPr>
          <a:xfrm>
            <a:off x="685800" y="1381125"/>
            <a:ext cx="7772400" cy="4429125"/>
          </a:xfrm>
          <a:ln/>
        </p:spPr>
        <p:txBody>
          <a:bodyPr vert="horz" wrap="square" lIns="92075" tIns="46038" rIns="92075" bIns="46038" anchor="t" anchorCtr="0"/>
          <a:p>
            <a:r>
              <a:rPr lang="en-US" altLang="zh-CN" dirty="0">
                <a:ea typeface="宋体" panose="02010600030101010101" pitchFamily="2" charset="-122"/>
              </a:rPr>
              <a:t>A marginal product is the rate-of-change of output as </a:t>
            </a:r>
            <a:r>
              <a:rPr lang="en-US" altLang="zh-CN" dirty="0">
                <a:solidFill>
                  <a:schemeClr val="tx2"/>
                </a:solidFill>
                <a:ea typeface="宋体" panose="02010600030101010101" pitchFamily="2" charset="-122"/>
              </a:rPr>
              <a:t>one</a:t>
            </a:r>
            <a:r>
              <a:rPr lang="en-US" altLang="zh-CN" dirty="0">
                <a:ea typeface="宋体" panose="02010600030101010101" pitchFamily="2" charset="-122"/>
              </a:rPr>
              <a:t> input level increases, holding all other input levels fixed.</a:t>
            </a:r>
            <a:endParaRPr lang="en-US" altLang="zh-CN" dirty="0">
              <a:ea typeface="宋体" panose="02010600030101010101" pitchFamily="2" charset="-122"/>
            </a:endParaRPr>
          </a:p>
          <a:p>
            <a:r>
              <a:rPr lang="en-US" altLang="zh-CN" dirty="0">
                <a:ea typeface="宋体" panose="02010600030101010101" pitchFamily="2" charset="-122"/>
              </a:rPr>
              <a:t>Marginal product diminishes  because the other input levels are fixed, so the increasing input’s units have each less and less of other inputs with which to work.</a:t>
            </a:r>
            <a:endParaRPr lang="en-US" altLang="zh-CN" dirty="0">
              <a:ea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Returns-to-Scale</a:t>
            </a:r>
            <a:endParaRPr lang="en-US" altLang="zh-CN" dirty="0">
              <a:ea typeface="宋体" panose="02010600030101010101" pitchFamily="2" charset="-122"/>
            </a:endParaRPr>
          </a:p>
        </p:txBody>
      </p:sp>
      <p:sp>
        <p:nvSpPr>
          <p:cNvPr id="93186" name="Rectangle 3"/>
          <p:cNvSpPr>
            <a:spLocks noGrp="1"/>
          </p:cNvSpPr>
          <p:nvPr>
            <p:ph idx="1"/>
          </p:nvPr>
        </p:nvSpPr>
        <p:spPr>
          <a:xfrm>
            <a:off x="685800" y="1357313"/>
            <a:ext cx="7772400" cy="4548187"/>
          </a:xfrm>
          <a:ln/>
        </p:spPr>
        <p:txBody>
          <a:bodyPr vert="horz" wrap="square" lIns="92075" tIns="46038" rIns="92075" bIns="46038" anchor="t" anchorCtr="0"/>
          <a:p>
            <a:r>
              <a:rPr lang="en-US" altLang="zh-CN" dirty="0">
                <a:ea typeface="宋体" panose="02010600030101010101" pitchFamily="2" charset="-122"/>
              </a:rPr>
              <a:t>When </a:t>
            </a:r>
            <a:r>
              <a:rPr lang="en-US" altLang="zh-CN" dirty="0">
                <a:solidFill>
                  <a:schemeClr val="tx2"/>
                </a:solidFill>
                <a:ea typeface="宋体" panose="02010600030101010101" pitchFamily="2" charset="-122"/>
              </a:rPr>
              <a:t>all</a:t>
            </a:r>
            <a:r>
              <a:rPr lang="en-US" altLang="zh-CN" dirty="0">
                <a:ea typeface="宋体" panose="02010600030101010101" pitchFamily="2" charset="-122"/>
              </a:rPr>
              <a:t> input levels are increased proportionately, there need be no diminution of marginal products  since each input will always have the same amount of other inputs with which to work.  Input productivities need not fall and so returns-to-scale can be constant or increasing.</a:t>
            </a:r>
            <a:endParaRPr lang="en-US" altLang="zh-CN" dirty="0">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a:t>
            </a:r>
            <a:br>
              <a:rPr lang="en-US" altLang="zh-CN" dirty="0">
                <a:ea typeface="宋体" panose="02010600030101010101" pitchFamily="2" charset="-122"/>
              </a:rPr>
            </a:br>
            <a:r>
              <a:rPr lang="zh-CN" altLang="en-US" dirty="0">
                <a:ea typeface="宋体" panose="02010600030101010101" pitchFamily="2" charset="-122"/>
              </a:rPr>
              <a:t>（边际</a:t>
            </a:r>
            <a:r>
              <a:rPr lang="en-US" altLang="zh-CN" dirty="0">
                <a:ea typeface="宋体" panose="02010600030101010101" pitchFamily="2" charset="-122"/>
              </a:rPr>
              <a:t>)</a:t>
            </a:r>
            <a:r>
              <a:rPr lang="zh-CN" altLang="en-US" dirty="0">
                <a:ea typeface="宋体" panose="02010600030101010101" pitchFamily="2" charset="-122"/>
              </a:rPr>
              <a:t>技术替代率</a:t>
            </a:r>
            <a:endParaRPr lang="en-US" altLang="zh-CN" dirty="0">
              <a:ea typeface="宋体" panose="02010600030101010101" pitchFamily="2" charset="-122"/>
            </a:endParaRPr>
          </a:p>
        </p:txBody>
      </p:sp>
      <p:sp>
        <p:nvSpPr>
          <p:cNvPr id="94210"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At what rate can a firm substitute one input for another without changing its output level?</a:t>
            </a:r>
            <a:endParaRPr lang="en-US" altLang="zh-CN" dirty="0">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a:t>
            </a:r>
            <a:br>
              <a:rPr lang="en-US" altLang="zh-CN" dirty="0">
                <a:ea typeface="宋体" panose="02010600030101010101" pitchFamily="2" charset="-122"/>
              </a:rPr>
            </a:br>
            <a:r>
              <a:rPr lang="zh-CN" altLang="en-US" dirty="0">
                <a:ea typeface="宋体" panose="02010600030101010101" pitchFamily="2" charset="-122"/>
              </a:rPr>
              <a:t> （边际</a:t>
            </a:r>
            <a:r>
              <a:rPr lang="en-US" altLang="zh-CN" dirty="0">
                <a:ea typeface="宋体" panose="02010600030101010101" pitchFamily="2" charset="-122"/>
              </a:rPr>
              <a:t>)</a:t>
            </a:r>
            <a:r>
              <a:rPr lang="zh-CN" altLang="en-US" dirty="0">
                <a:ea typeface="宋体" panose="02010600030101010101" pitchFamily="2" charset="-122"/>
              </a:rPr>
              <a:t>技术替代率</a:t>
            </a:r>
            <a:endParaRPr lang="en-US" altLang="zh-CN" dirty="0">
              <a:ea typeface="宋体" panose="02010600030101010101" pitchFamily="2" charset="-122"/>
            </a:endParaRPr>
          </a:p>
        </p:txBody>
      </p:sp>
      <p:sp>
        <p:nvSpPr>
          <p:cNvPr id="95234" name="Line 3"/>
          <p:cNvSpPr/>
          <p:nvPr/>
        </p:nvSpPr>
        <p:spPr>
          <a:xfrm>
            <a:off x="1447800" y="1662113"/>
            <a:ext cx="0" cy="3624262"/>
          </a:xfrm>
          <a:prstGeom prst="line">
            <a:avLst/>
          </a:prstGeom>
          <a:ln w="12700" cap="flat" cmpd="sng">
            <a:solidFill>
              <a:schemeClr val="tx1"/>
            </a:solidFill>
            <a:prstDash val="solid"/>
            <a:round/>
            <a:headEnd type="stealth" w="med" len="lg"/>
            <a:tailEnd type="none" w="sm" len="sm"/>
          </a:ln>
        </p:spPr>
      </p:sp>
      <p:sp>
        <p:nvSpPr>
          <p:cNvPr id="95235" name="Line 4"/>
          <p:cNvSpPr/>
          <p:nvPr/>
        </p:nvSpPr>
        <p:spPr>
          <a:xfrm>
            <a:off x="1447800" y="5300663"/>
            <a:ext cx="3910013" cy="0"/>
          </a:xfrm>
          <a:prstGeom prst="line">
            <a:avLst/>
          </a:prstGeom>
          <a:ln w="12700" cap="flat" cmpd="sng">
            <a:solidFill>
              <a:schemeClr val="tx1"/>
            </a:solidFill>
            <a:prstDash val="solid"/>
            <a:round/>
            <a:headEnd type="none" w="sm" len="sm"/>
            <a:tailEnd type="stealth" w="med" len="lg"/>
          </a:ln>
        </p:spPr>
      </p:sp>
      <p:sp>
        <p:nvSpPr>
          <p:cNvPr id="95236" name="Line 5"/>
          <p:cNvSpPr/>
          <p:nvPr/>
        </p:nvSpPr>
        <p:spPr>
          <a:xfrm flipV="1">
            <a:off x="3389313" y="3630613"/>
            <a:ext cx="0" cy="14287"/>
          </a:xfrm>
          <a:prstGeom prst="line">
            <a:avLst/>
          </a:prstGeom>
          <a:ln w="12700" cap="flat" cmpd="sng">
            <a:solidFill>
              <a:schemeClr val="tx1"/>
            </a:solidFill>
            <a:prstDash val="solid"/>
            <a:round/>
            <a:headEnd type="none" w="sm" len="sm"/>
            <a:tailEnd type="none" w="sm" len="sm"/>
          </a:ln>
        </p:spPr>
      </p:sp>
      <p:sp>
        <p:nvSpPr>
          <p:cNvPr id="95237" name="Arc 6"/>
          <p:cNvSpPr/>
          <p:nvPr/>
        </p:nvSpPr>
        <p:spPr>
          <a:xfrm rot="10800000">
            <a:off x="1908175" y="1504950"/>
            <a:ext cx="3333750" cy="3425825"/>
          </a:xfrm>
          <a:custGeom>
            <a:avLst/>
            <a:gdLst/>
            <a:ahLst/>
            <a:cxnLst>
              <a:cxn ang="0">
                <a:pos x="2147483646" y="0"/>
              </a:cxn>
              <a:cxn ang="0">
                <a:pos x="2147483646" y="2147483646"/>
              </a:cxn>
              <a:cxn ang="0">
                <a:pos x="0" y="2147483646"/>
              </a:cxn>
            </a:cxnLst>
            <a:pathLst>
              <a:path w="21267" h="21294" fill="none">
                <a:moveTo>
                  <a:pt x="3624" y="0"/>
                </a:moveTo>
                <a:cubicBezTo>
                  <a:pt x="12612" y="1530"/>
                  <a:pt x="19671" y="8538"/>
                  <a:pt x="21266" y="17515"/>
                </a:cubicBezTo>
              </a:path>
              <a:path w="21267" h="21294" stroke="0">
                <a:moveTo>
                  <a:pt x="3624" y="0"/>
                </a:moveTo>
                <a:cubicBezTo>
                  <a:pt x="12612" y="1530"/>
                  <a:pt x="19671" y="8538"/>
                  <a:pt x="21266" y="17515"/>
                </a:cubicBezTo>
                <a:lnTo>
                  <a:pt x="0" y="21294"/>
                </a:lnTo>
                <a:lnTo>
                  <a:pt x="3624" y="0"/>
                </a:lnTo>
                <a:close/>
              </a:path>
            </a:pathLst>
          </a:custGeom>
          <a:noFill/>
          <a:ln w="25400" cap="rnd" cmpd="sng">
            <a:solidFill>
              <a:schemeClr val="hlink"/>
            </a:solidFill>
            <a:prstDash val="solid"/>
            <a:round/>
            <a:headEnd type="none" w="sm" len="sm"/>
            <a:tailEnd type="none" w="sm" len="sm"/>
          </a:ln>
        </p:spPr>
        <p:txBody>
          <a:bodyPr/>
          <a:p>
            <a:endParaRPr lang="zh-CN" altLang="en-US"/>
          </a:p>
        </p:txBody>
      </p:sp>
      <p:sp>
        <p:nvSpPr>
          <p:cNvPr id="95238" name="Rectangle 7"/>
          <p:cNvSpPr/>
          <p:nvPr/>
        </p:nvSpPr>
        <p:spPr>
          <a:xfrm>
            <a:off x="836613" y="1514475"/>
            <a:ext cx="517525"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r>
              <a:rPr lang="en-US" altLang="zh-CN" sz="2800" baseline="-25000" dirty="0">
                <a:solidFill>
                  <a:schemeClr val="tx1"/>
                </a:solidFill>
                <a:latin typeface="Arial" panose="020B0604020202020204" pitchFamily="34" charset="0"/>
                <a:ea typeface="宋体" panose="02010600030101010101" pitchFamily="2" charset="-122"/>
              </a:rPr>
              <a:t>2</a:t>
            </a:r>
            <a:endParaRPr lang="en-US" altLang="zh-CN" sz="2800" baseline="-25000" dirty="0">
              <a:solidFill>
                <a:schemeClr val="tx1"/>
              </a:solidFill>
              <a:latin typeface="Arial" panose="020B0604020202020204" pitchFamily="34" charset="0"/>
              <a:ea typeface="宋体" panose="02010600030101010101" pitchFamily="2" charset="-122"/>
            </a:endParaRPr>
          </a:p>
        </p:txBody>
      </p:sp>
      <p:sp>
        <p:nvSpPr>
          <p:cNvPr id="95239" name="Rectangle 8"/>
          <p:cNvSpPr/>
          <p:nvPr/>
        </p:nvSpPr>
        <p:spPr>
          <a:xfrm>
            <a:off x="5313363" y="5372100"/>
            <a:ext cx="517525"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r>
              <a:rPr lang="en-US" altLang="zh-CN" sz="2800" baseline="-25000" dirty="0">
                <a:solidFill>
                  <a:schemeClr val="tx1"/>
                </a:solidFill>
                <a:latin typeface="Arial" panose="020B0604020202020204" pitchFamily="34" charset="0"/>
                <a:ea typeface="宋体" panose="02010600030101010101" pitchFamily="2" charset="-122"/>
              </a:rPr>
              <a:t>1</a:t>
            </a:r>
            <a:endParaRPr lang="en-US" altLang="zh-CN" sz="2800" baseline="-25000" dirty="0">
              <a:solidFill>
                <a:schemeClr val="tx1"/>
              </a:solidFill>
              <a:latin typeface="Arial" panose="020B0604020202020204" pitchFamily="34" charset="0"/>
              <a:ea typeface="宋体" panose="02010600030101010101" pitchFamily="2" charset="-122"/>
            </a:endParaRPr>
          </a:p>
        </p:txBody>
      </p:sp>
      <p:sp>
        <p:nvSpPr>
          <p:cNvPr id="95240" name="Rectangle 9"/>
          <p:cNvSpPr/>
          <p:nvPr/>
        </p:nvSpPr>
        <p:spPr>
          <a:xfrm>
            <a:off x="4710113" y="4605338"/>
            <a:ext cx="1112837"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r>
              <a:rPr lang="en-US" altLang="zh-CN" sz="2800" dirty="0">
                <a:solidFill>
                  <a:schemeClr val="tx1"/>
                </a:solidFill>
                <a:latin typeface="Symbol" panose="05050102010706020507" pitchFamily="18" charset="2"/>
                <a:ea typeface="宋体" panose="02010600030101010101" pitchFamily="2" charset="-122"/>
              </a:rPr>
              <a:t>º100</a:t>
            </a:r>
            <a:endParaRPr lang="en-US" altLang="zh-CN" sz="2800" dirty="0">
              <a:solidFill>
                <a:schemeClr val="tx1"/>
              </a:solidFill>
              <a:latin typeface="Symbol" panose="05050102010706020507" pitchFamily="18" charset="2"/>
              <a:ea typeface="宋体" panose="02010600030101010101" pitchFamily="2" charset="-122"/>
            </a:endParaRPr>
          </a:p>
        </p:txBody>
      </p:sp>
      <p:sp>
        <p:nvSpPr>
          <p:cNvPr id="95241" name="Line 10"/>
          <p:cNvSpPr/>
          <p:nvPr/>
        </p:nvSpPr>
        <p:spPr>
          <a:xfrm>
            <a:off x="2695575" y="3760788"/>
            <a:ext cx="0" cy="1514475"/>
          </a:xfrm>
          <a:prstGeom prst="line">
            <a:avLst/>
          </a:prstGeom>
          <a:ln w="12700" cap="flat" cmpd="sng">
            <a:solidFill>
              <a:schemeClr val="tx1"/>
            </a:solidFill>
            <a:prstDash val="dash"/>
            <a:round/>
            <a:headEnd type="none" w="sm" len="sm"/>
            <a:tailEnd type="none" w="sm" len="sm"/>
          </a:ln>
        </p:spPr>
      </p:sp>
      <p:sp>
        <p:nvSpPr>
          <p:cNvPr id="95242" name="Line 11"/>
          <p:cNvSpPr/>
          <p:nvPr/>
        </p:nvSpPr>
        <p:spPr>
          <a:xfrm flipH="1">
            <a:off x="1439863" y="3775075"/>
            <a:ext cx="1255712" cy="0"/>
          </a:xfrm>
          <a:prstGeom prst="line">
            <a:avLst/>
          </a:prstGeom>
          <a:ln w="12700" cap="flat" cmpd="sng">
            <a:solidFill>
              <a:schemeClr val="tx1"/>
            </a:solidFill>
            <a:prstDash val="dash"/>
            <a:round/>
            <a:headEnd type="none" w="sm" len="sm"/>
            <a:tailEnd type="none" w="sm" len="sm"/>
          </a:ln>
        </p:spPr>
      </p:sp>
      <p:sp>
        <p:nvSpPr>
          <p:cNvPr id="95243" name="Oval 12"/>
          <p:cNvSpPr/>
          <p:nvPr/>
        </p:nvSpPr>
        <p:spPr>
          <a:xfrm>
            <a:off x="2595563" y="3660775"/>
            <a:ext cx="201612" cy="201613"/>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graphicFrame>
        <p:nvGraphicFramePr>
          <p:cNvPr id="95244" name="Object 0"/>
          <p:cNvGraphicFramePr/>
          <p:nvPr/>
        </p:nvGraphicFramePr>
        <p:xfrm>
          <a:off x="979488" y="3409950"/>
          <a:ext cx="384175" cy="536575"/>
        </p:xfrm>
        <a:graphic>
          <a:graphicData uri="http://schemas.openxmlformats.org/presentationml/2006/ole">
            <mc:AlternateContent xmlns:mc="http://schemas.openxmlformats.org/markup-compatibility/2006">
              <mc:Choice xmlns:v="urn:schemas-microsoft-com:vml" Requires="v">
                <p:oleObj spid="_x0000_s3139" name="" r:id="rId1" imgW="265430" imgH="370205" progId="Equation.2">
                  <p:embed/>
                </p:oleObj>
              </mc:Choice>
              <mc:Fallback>
                <p:oleObj name="" r:id="rId1" imgW="265430" imgH="370205" progId="Equation.2">
                  <p:embed/>
                  <p:pic>
                    <p:nvPicPr>
                      <p:cNvPr id="0" name="图片 3138"/>
                      <p:cNvPicPr/>
                      <p:nvPr/>
                    </p:nvPicPr>
                    <p:blipFill>
                      <a:blip r:embed="rId2">
                        <a:clrChange>
                          <a:clrFrom>
                            <a:srgbClr val="000000"/>
                          </a:clrFrom>
                          <a:clrTo>
                            <a:srgbClr val="000000"/>
                          </a:clrTo>
                        </a:clrChange>
                      </a:blip>
                      <a:stretch>
                        <a:fillRect/>
                      </a:stretch>
                    </p:blipFill>
                    <p:spPr>
                      <a:xfrm>
                        <a:off x="979488" y="3409950"/>
                        <a:ext cx="384175" cy="536575"/>
                      </a:xfrm>
                      <a:prstGeom prst="rect">
                        <a:avLst/>
                      </a:prstGeom>
                      <a:noFill/>
                      <a:ln w="38100">
                        <a:noFill/>
                        <a:miter/>
                      </a:ln>
                    </p:spPr>
                  </p:pic>
                </p:oleObj>
              </mc:Fallback>
            </mc:AlternateContent>
          </a:graphicData>
        </a:graphic>
      </p:graphicFrame>
      <p:graphicFrame>
        <p:nvGraphicFramePr>
          <p:cNvPr id="95245" name="Object 1"/>
          <p:cNvGraphicFramePr/>
          <p:nvPr/>
        </p:nvGraphicFramePr>
        <p:xfrm>
          <a:off x="2493963" y="5343525"/>
          <a:ext cx="349250" cy="527050"/>
        </p:xfrm>
        <a:graphic>
          <a:graphicData uri="http://schemas.openxmlformats.org/presentationml/2006/ole">
            <mc:AlternateContent xmlns:mc="http://schemas.openxmlformats.org/markup-compatibility/2006">
              <mc:Choice xmlns:v="urn:schemas-microsoft-com:vml" Requires="v">
                <p:oleObj spid="_x0000_s3140" name="" r:id="rId3" imgW="248285" imgH="370205" progId="Equation.2">
                  <p:embed/>
                </p:oleObj>
              </mc:Choice>
              <mc:Fallback>
                <p:oleObj name="" r:id="rId3" imgW="248285" imgH="370205" progId="Equation.2">
                  <p:embed/>
                  <p:pic>
                    <p:nvPicPr>
                      <p:cNvPr id="0" name="图片 3139"/>
                      <p:cNvPicPr/>
                      <p:nvPr/>
                    </p:nvPicPr>
                    <p:blipFill>
                      <a:blip r:embed="rId4">
                        <a:clrChange>
                          <a:clrFrom>
                            <a:srgbClr val="000000"/>
                          </a:clrFrom>
                          <a:clrTo>
                            <a:srgbClr val="000000"/>
                          </a:clrTo>
                        </a:clrChange>
                      </a:blip>
                      <a:stretch>
                        <a:fillRect/>
                      </a:stretch>
                    </p:blipFill>
                    <p:spPr>
                      <a:xfrm>
                        <a:off x="2493963" y="5343525"/>
                        <a:ext cx="349250" cy="527050"/>
                      </a:xfrm>
                      <a:prstGeom prst="rect">
                        <a:avLst/>
                      </a:prstGeom>
                      <a:noFill/>
                      <a:ln w="38100">
                        <a:noFill/>
                        <a:miter/>
                      </a:ln>
                    </p:spPr>
                  </p:pic>
                </p:oleObj>
              </mc:Fallback>
            </mc:AlternateContent>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a:t>
            </a:r>
            <a:br>
              <a:rPr lang="en-US" altLang="zh-CN" dirty="0">
                <a:ea typeface="宋体" panose="02010600030101010101" pitchFamily="2" charset="-122"/>
              </a:rPr>
            </a:br>
            <a:r>
              <a:rPr lang="zh-CN" altLang="en-US" dirty="0">
                <a:ea typeface="宋体" panose="02010600030101010101" pitchFamily="2" charset="-122"/>
              </a:rPr>
              <a:t> （边际</a:t>
            </a:r>
            <a:r>
              <a:rPr lang="en-US" altLang="zh-CN" dirty="0">
                <a:ea typeface="宋体" panose="02010600030101010101" pitchFamily="2" charset="-122"/>
              </a:rPr>
              <a:t>)</a:t>
            </a:r>
            <a:r>
              <a:rPr lang="zh-CN" altLang="en-US" dirty="0">
                <a:ea typeface="宋体" panose="02010600030101010101" pitchFamily="2" charset="-122"/>
              </a:rPr>
              <a:t>技术替代率</a:t>
            </a:r>
            <a:endParaRPr lang="en-US" altLang="zh-CN" dirty="0">
              <a:ea typeface="宋体" panose="02010600030101010101" pitchFamily="2" charset="-122"/>
            </a:endParaRPr>
          </a:p>
        </p:txBody>
      </p:sp>
      <p:sp>
        <p:nvSpPr>
          <p:cNvPr id="96258" name="Line 3"/>
          <p:cNvSpPr/>
          <p:nvPr/>
        </p:nvSpPr>
        <p:spPr>
          <a:xfrm>
            <a:off x="1447800" y="1662113"/>
            <a:ext cx="0" cy="3624262"/>
          </a:xfrm>
          <a:prstGeom prst="line">
            <a:avLst/>
          </a:prstGeom>
          <a:ln w="12700" cap="flat" cmpd="sng">
            <a:solidFill>
              <a:schemeClr val="tx1"/>
            </a:solidFill>
            <a:prstDash val="solid"/>
            <a:round/>
            <a:headEnd type="stealth" w="med" len="lg"/>
            <a:tailEnd type="none" w="sm" len="sm"/>
          </a:ln>
        </p:spPr>
      </p:sp>
      <p:sp>
        <p:nvSpPr>
          <p:cNvPr id="96259" name="Line 4"/>
          <p:cNvSpPr/>
          <p:nvPr/>
        </p:nvSpPr>
        <p:spPr>
          <a:xfrm>
            <a:off x="1447800" y="5300663"/>
            <a:ext cx="3910013" cy="0"/>
          </a:xfrm>
          <a:prstGeom prst="line">
            <a:avLst/>
          </a:prstGeom>
          <a:ln w="12700" cap="flat" cmpd="sng">
            <a:solidFill>
              <a:schemeClr val="tx1"/>
            </a:solidFill>
            <a:prstDash val="solid"/>
            <a:round/>
            <a:headEnd type="none" w="sm" len="sm"/>
            <a:tailEnd type="stealth" w="med" len="lg"/>
          </a:ln>
        </p:spPr>
      </p:sp>
      <p:sp>
        <p:nvSpPr>
          <p:cNvPr id="96260" name="Line 5"/>
          <p:cNvSpPr/>
          <p:nvPr/>
        </p:nvSpPr>
        <p:spPr>
          <a:xfrm flipV="1">
            <a:off x="3389313" y="3630613"/>
            <a:ext cx="0" cy="14287"/>
          </a:xfrm>
          <a:prstGeom prst="line">
            <a:avLst/>
          </a:prstGeom>
          <a:ln w="12700" cap="flat" cmpd="sng">
            <a:solidFill>
              <a:schemeClr val="tx1"/>
            </a:solidFill>
            <a:prstDash val="solid"/>
            <a:round/>
            <a:headEnd type="none" w="sm" len="sm"/>
            <a:tailEnd type="none" w="sm" len="sm"/>
          </a:ln>
        </p:spPr>
      </p:sp>
      <p:sp>
        <p:nvSpPr>
          <p:cNvPr id="96261" name="Arc 6"/>
          <p:cNvSpPr/>
          <p:nvPr/>
        </p:nvSpPr>
        <p:spPr>
          <a:xfrm rot="10800000">
            <a:off x="1908175" y="1504950"/>
            <a:ext cx="3333750" cy="3425825"/>
          </a:xfrm>
          <a:custGeom>
            <a:avLst/>
            <a:gdLst/>
            <a:ahLst/>
            <a:cxnLst>
              <a:cxn ang="0">
                <a:pos x="2147483646" y="0"/>
              </a:cxn>
              <a:cxn ang="0">
                <a:pos x="2147483646" y="2147483646"/>
              </a:cxn>
              <a:cxn ang="0">
                <a:pos x="0" y="2147483646"/>
              </a:cxn>
            </a:cxnLst>
            <a:pathLst>
              <a:path w="21267" h="21294" fill="none">
                <a:moveTo>
                  <a:pt x="3624" y="0"/>
                </a:moveTo>
                <a:cubicBezTo>
                  <a:pt x="12612" y="1530"/>
                  <a:pt x="19671" y="8538"/>
                  <a:pt x="21266" y="17515"/>
                </a:cubicBezTo>
              </a:path>
              <a:path w="21267" h="21294" stroke="0">
                <a:moveTo>
                  <a:pt x="3624" y="0"/>
                </a:moveTo>
                <a:cubicBezTo>
                  <a:pt x="12612" y="1530"/>
                  <a:pt x="19671" y="8538"/>
                  <a:pt x="21266" y="17515"/>
                </a:cubicBezTo>
                <a:lnTo>
                  <a:pt x="0" y="21294"/>
                </a:lnTo>
                <a:lnTo>
                  <a:pt x="3624" y="0"/>
                </a:lnTo>
                <a:close/>
              </a:path>
            </a:pathLst>
          </a:custGeom>
          <a:noFill/>
          <a:ln w="25400" cap="rnd" cmpd="sng">
            <a:solidFill>
              <a:schemeClr val="hlink"/>
            </a:solidFill>
            <a:prstDash val="solid"/>
            <a:round/>
            <a:headEnd type="none" w="sm" len="sm"/>
            <a:tailEnd type="none" w="sm" len="sm"/>
          </a:ln>
        </p:spPr>
        <p:txBody>
          <a:bodyPr/>
          <a:p>
            <a:endParaRPr lang="zh-CN" altLang="en-US"/>
          </a:p>
        </p:txBody>
      </p:sp>
      <p:sp>
        <p:nvSpPr>
          <p:cNvPr id="96262" name="Rectangle 7"/>
          <p:cNvSpPr/>
          <p:nvPr/>
        </p:nvSpPr>
        <p:spPr>
          <a:xfrm>
            <a:off x="836613" y="1514475"/>
            <a:ext cx="517525"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r>
              <a:rPr lang="en-US" altLang="zh-CN" sz="2800" baseline="-25000" dirty="0">
                <a:solidFill>
                  <a:schemeClr val="tx1"/>
                </a:solidFill>
                <a:latin typeface="Arial" panose="020B0604020202020204" pitchFamily="34" charset="0"/>
                <a:ea typeface="宋体" panose="02010600030101010101" pitchFamily="2" charset="-122"/>
              </a:rPr>
              <a:t>2</a:t>
            </a:r>
            <a:endParaRPr lang="en-US" altLang="zh-CN" sz="2800" baseline="-25000" dirty="0">
              <a:solidFill>
                <a:schemeClr val="tx1"/>
              </a:solidFill>
              <a:latin typeface="Arial" panose="020B0604020202020204" pitchFamily="34" charset="0"/>
              <a:ea typeface="宋体" panose="02010600030101010101" pitchFamily="2" charset="-122"/>
            </a:endParaRPr>
          </a:p>
        </p:txBody>
      </p:sp>
      <p:sp>
        <p:nvSpPr>
          <p:cNvPr id="96263" name="Rectangle 8"/>
          <p:cNvSpPr/>
          <p:nvPr/>
        </p:nvSpPr>
        <p:spPr>
          <a:xfrm>
            <a:off x="5313363" y="5372100"/>
            <a:ext cx="517525" cy="519113"/>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x</a:t>
            </a:r>
            <a:r>
              <a:rPr lang="en-US" altLang="zh-CN" sz="2800" baseline="-25000" dirty="0">
                <a:solidFill>
                  <a:schemeClr val="tx1"/>
                </a:solidFill>
                <a:latin typeface="Arial" panose="020B0604020202020204" pitchFamily="34" charset="0"/>
                <a:ea typeface="宋体" panose="02010600030101010101" pitchFamily="2" charset="-122"/>
              </a:rPr>
              <a:t>1</a:t>
            </a:r>
            <a:endParaRPr lang="en-US" altLang="zh-CN" sz="2800" baseline="-25000" dirty="0">
              <a:solidFill>
                <a:schemeClr val="tx1"/>
              </a:solidFill>
              <a:latin typeface="Arial" panose="020B0604020202020204" pitchFamily="34" charset="0"/>
              <a:ea typeface="宋体" panose="02010600030101010101" pitchFamily="2" charset="-122"/>
            </a:endParaRPr>
          </a:p>
        </p:txBody>
      </p:sp>
      <p:sp>
        <p:nvSpPr>
          <p:cNvPr id="96264" name="Rectangle 9"/>
          <p:cNvSpPr/>
          <p:nvPr/>
        </p:nvSpPr>
        <p:spPr>
          <a:xfrm>
            <a:off x="4710113" y="4605338"/>
            <a:ext cx="1112837" cy="519112"/>
          </a:xfrm>
          <a:prstGeom prst="rect">
            <a:avLst/>
          </a:prstGeom>
          <a:noFill/>
          <a:ln w="9525">
            <a:noFill/>
          </a:ln>
        </p:spPr>
        <p:txBody>
          <a:bodyPr wrap="none"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y</a:t>
            </a:r>
            <a:r>
              <a:rPr lang="en-US" altLang="zh-CN" sz="2800" dirty="0">
                <a:solidFill>
                  <a:schemeClr val="tx1"/>
                </a:solidFill>
                <a:latin typeface="Symbol" panose="05050102010706020507" pitchFamily="18" charset="2"/>
                <a:ea typeface="宋体" panose="02010600030101010101" pitchFamily="2" charset="-122"/>
              </a:rPr>
              <a:t>º100</a:t>
            </a:r>
            <a:endParaRPr lang="en-US" altLang="zh-CN" sz="2800" dirty="0">
              <a:solidFill>
                <a:schemeClr val="tx1"/>
              </a:solidFill>
              <a:latin typeface="Symbol" panose="05050102010706020507" pitchFamily="18" charset="2"/>
              <a:ea typeface="宋体" panose="02010600030101010101" pitchFamily="2" charset="-122"/>
            </a:endParaRPr>
          </a:p>
        </p:txBody>
      </p:sp>
      <p:sp>
        <p:nvSpPr>
          <p:cNvPr id="96265" name="Line 10"/>
          <p:cNvSpPr/>
          <p:nvPr/>
        </p:nvSpPr>
        <p:spPr>
          <a:xfrm>
            <a:off x="2320925" y="3414713"/>
            <a:ext cx="660400" cy="766762"/>
          </a:xfrm>
          <a:prstGeom prst="line">
            <a:avLst/>
          </a:prstGeom>
          <a:ln w="25400" cap="flat" cmpd="sng">
            <a:solidFill>
              <a:schemeClr val="tx1"/>
            </a:solidFill>
            <a:prstDash val="solid"/>
            <a:round/>
            <a:headEnd type="none" w="sm" len="sm"/>
            <a:tailEnd type="none" w="sm" len="sm"/>
          </a:ln>
        </p:spPr>
      </p:sp>
      <p:sp>
        <p:nvSpPr>
          <p:cNvPr id="96266" name="Rectangle 11"/>
          <p:cNvSpPr/>
          <p:nvPr/>
        </p:nvSpPr>
        <p:spPr>
          <a:xfrm>
            <a:off x="3170238" y="1171575"/>
            <a:ext cx="5781675" cy="3109913"/>
          </a:xfrm>
          <a:prstGeom prst="rect">
            <a:avLst/>
          </a:prstGeom>
          <a:noFill/>
          <a:ln w="9525">
            <a:noFill/>
          </a:ln>
        </p:spPr>
        <p:txBody>
          <a:bodyPr lIns="92075" tIns="46038" rIns="92075" bIns="46038" anchor="t" anchorCtr="0">
            <a:spAutoFit/>
          </a:bodyPr>
          <a:p>
            <a:pPr eaLnBrk="0" hangingPunct="0">
              <a:buSzTx/>
            </a:pPr>
            <a:r>
              <a:rPr lang="en-US" altLang="zh-CN" sz="2800" dirty="0">
                <a:solidFill>
                  <a:schemeClr val="tx1"/>
                </a:solidFill>
                <a:latin typeface="Arial" panose="020B0604020202020204" pitchFamily="34" charset="0"/>
                <a:ea typeface="宋体" panose="02010600030101010101" pitchFamily="2" charset="-122"/>
              </a:rPr>
              <a:t>The slope is the rate at which input 2 must be given up as input 1’s level is increased so as not to change the output level.  The slope of an isoquant </a:t>
            </a:r>
            <a:r>
              <a:rPr lang="zh-CN" altLang="en-US" sz="2800" dirty="0">
                <a:solidFill>
                  <a:schemeClr val="tx1"/>
                </a:solidFill>
                <a:latin typeface="Arial" panose="020B0604020202020204" pitchFamily="34" charset="0"/>
                <a:ea typeface="宋体" panose="02010600030101010101" pitchFamily="2" charset="-122"/>
              </a:rPr>
              <a:t>等产量线的斜率</a:t>
            </a:r>
            <a:r>
              <a:rPr lang="en-US" altLang="zh-CN" sz="2800" dirty="0">
                <a:solidFill>
                  <a:schemeClr val="tx1"/>
                </a:solidFill>
                <a:latin typeface="Arial" panose="020B0604020202020204" pitchFamily="34" charset="0"/>
                <a:ea typeface="宋体" panose="02010600030101010101" pitchFamily="2" charset="-122"/>
              </a:rPr>
              <a:t>is its </a:t>
            </a:r>
            <a:r>
              <a:rPr lang="en-US" altLang="zh-CN" sz="2800" dirty="0">
                <a:solidFill>
                  <a:srgbClr val="FFFF00"/>
                </a:solidFill>
                <a:latin typeface="Arial" panose="020B0604020202020204" pitchFamily="34" charset="0"/>
                <a:ea typeface="宋体" panose="02010600030101010101" pitchFamily="2" charset="-122"/>
              </a:rPr>
              <a:t>technical rate-of-substitution</a:t>
            </a:r>
            <a:r>
              <a:rPr lang="en-US" altLang="zh-CN" sz="2800" dirty="0">
                <a:solidFill>
                  <a:schemeClr val="tx1"/>
                </a:solidFill>
                <a:latin typeface="Arial" panose="020B0604020202020204" pitchFamily="34" charset="0"/>
                <a:ea typeface="宋体" panose="02010600030101010101" pitchFamily="2" charset="-122"/>
              </a:rPr>
              <a:t>.</a:t>
            </a:r>
            <a:endParaRPr lang="en-US" altLang="zh-CN" sz="2800" dirty="0">
              <a:solidFill>
                <a:schemeClr val="tx1"/>
              </a:solidFill>
              <a:latin typeface="Arial" panose="020B0604020202020204" pitchFamily="34" charset="0"/>
              <a:ea typeface="宋体" panose="02010600030101010101" pitchFamily="2" charset="-122"/>
            </a:endParaRPr>
          </a:p>
        </p:txBody>
      </p:sp>
      <p:sp>
        <p:nvSpPr>
          <p:cNvPr id="96267" name="Line 12"/>
          <p:cNvSpPr/>
          <p:nvPr/>
        </p:nvSpPr>
        <p:spPr>
          <a:xfrm>
            <a:off x="2695575" y="3760788"/>
            <a:ext cx="0" cy="1514475"/>
          </a:xfrm>
          <a:prstGeom prst="line">
            <a:avLst/>
          </a:prstGeom>
          <a:ln w="12700" cap="flat" cmpd="sng">
            <a:solidFill>
              <a:schemeClr val="tx1"/>
            </a:solidFill>
            <a:prstDash val="dash"/>
            <a:round/>
            <a:headEnd type="none" w="sm" len="sm"/>
            <a:tailEnd type="none" w="sm" len="sm"/>
          </a:ln>
        </p:spPr>
      </p:sp>
      <p:sp>
        <p:nvSpPr>
          <p:cNvPr id="96268" name="Line 13"/>
          <p:cNvSpPr/>
          <p:nvPr/>
        </p:nvSpPr>
        <p:spPr>
          <a:xfrm flipH="1">
            <a:off x="1439863" y="3775075"/>
            <a:ext cx="1255712" cy="0"/>
          </a:xfrm>
          <a:prstGeom prst="line">
            <a:avLst/>
          </a:prstGeom>
          <a:ln w="12700" cap="flat" cmpd="sng">
            <a:solidFill>
              <a:schemeClr val="tx1"/>
            </a:solidFill>
            <a:prstDash val="dash"/>
            <a:round/>
            <a:headEnd type="none" w="sm" len="sm"/>
            <a:tailEnd type="none" w="sm" len="sm"/>
          </a:ln>
        </p:spPr>
      </p:sp>
      <p:graphicFrame>
        <p:nvGraphicFramePr>
          <p:cNvPr id="96269" name="Object 14"/>
          <p:cNvGraphicFramePr/>
          <p:nvPr/>
        </p:nvGraphicFramePr>
        <p:xfrm>
          <a:off x="979488" y="3409950"/>
          <a:ext cx="384175" cy="536575"/>
        </p:xfrm>
        <a:graphic>
          <a:graphicData uri="http://schemas.openxmlformats.org/presentationml/2006/ole">
            <mc:AlternateContent xmlns:mc="http://schemas.openxmlformats.org/markup-compatibility/2006">
              <mc:Choice xmlns:v="urn:schemas-microsoft-com:vml" Requires="v">
                <p:oleObj spid="_x0000_s3138" name="" r:id="rId1" imgW="265430" imgH="370205" progId="Equation.2">
                  <p:embed/>
                </p:oleObj>
              </mc:Choice>
              <mc:Fallback>
                <p:oleObj name="" r:id="rId1" imgW="265430" imgH="370205" progId="Equation.2">
                  <p:embed/>
                  <p:pic>
                    <p:nvPicPr>
                      <p:cNvPr id="0" name="图片 3137"/>
                      <p:cNvPicPr/>
                      <p:nvPr/>
                    </p:nvPicPr>
                    <p:blipFill>
                      <a:blip r:embed="rId2">
                        <a:clrChange>
                          <a:clrFrom>
                            <a:srgbClr val="000000"/>
                          </a:clrFrom>
                          <a:clrTo>
                            <a:srgbClr val="000000"/>
                          </a:clrTo>
                        </a:clrChange>
                      </a:blip>
                      <a:stretch>
                        <a:fillRect/>
                      </a:stretch>
                    </p:blipFill>
                    <p:spPr>
                      <a:xfrm>
                        <a:off x="979488" y="3409950"/>
                        <a:ext cx="384175" cy="536575"/>
                      </a:xfrm>
                      <a:prstGeom prst="rect">
                        <a:avLst/>
                      </a:prstGeom>
                      <a:noFill/>
                      <a:ln w="38100">
                        <a:noFill/>
                        <a:miter/>
                      </a:ln>
                    </p:spPr>
                  </p:pic>
                </p:oleObj>
              </mc:Fallback>
            </mc:AlternateContent>
          </a:graphicData>
        </a:graphic>
      </p:graphicFrame>
      <p:graphicFrame>
        <p:nvGraphicFramePr>
          <p:cNvPr id="96270" name="Object 15"/>
          <p:cNvGraphicFramePr/>
          <p:nvPr/>
        </p:nvGraphicFramePr>
        <p:xfrm>
          <a:off x="2493963" y="5343525"/>
          <a:ext cx="349250" cy="527050"/>
        </p:xfrm>
        <a:graphic>
          <a:graphicData uri="http://schemas.openxmlformats.org/presentationml/2006/ole">
            <mc:AlternateContent xmlns:mc="http://schemas.openxmlformats.org/markup-compatibility/2006">
              <mc:Choice xmlns:v="urn:schemas-microsoft-com:vml" Requires="v">
                <p:oleObj spid="_x0000_s3141" name="" r:id="rId3" imgW="248285" imgH="370205" progId="Equation.2">
                  <p:embed/>
                </p:oleObj>
              </mc:Choice>
              <mc:Fallback>
                <p:oleObj name="" r:id="rId3" imgW="248285" imgH="370205" progId="Equation.2">
                  <p:embed/>
                  <p:pic>
                    <p:nvPicPr>
                      <p:cNvPr id="0" name="图片 3140"/>
                      <p:cNvPicPr/>
                      <p:nvPr/>
                    </p:nvPicPr>
                    <p:blipFill>
                      <a:blip r:embed="rId4">
                        <a:clrChange>
                          <a:clrFrom>
                            <a:srgbClr val="000000"/>
                          </a:clrFrom>
                          <a:clrTo>
                            <a:srgbClr val="000000"/>
                          </a:clrTo>
                        </a:clrChange>
                      </a:blip>
                      <a:stretch>
                        <a:fillRect/>
                      </a:stretch>
                    </p:blipFill>
                    <p:spPr>
                      <a:xfrm>
                        <a:off x="2493963" y="5343525"/>
                        <a:ext cx="349250" cy="527050"/>
                      </a:xfrm>
                      <a:prstGeom prst="rect">
                        <a:avLst/>
                      </a:prstGeom>
                      <a:noFill/>
                      <a:ln w="38100">
                        <a:noFill/>
                        <a:miter/>
                      </a:ln>
                    </p:spPr>
                  </p:pic>
                </p:oleObj>
              </mc:Fallback>
            </mc:AlternateContent>
          </a:graphicData>
        </a:graphic>
      </p:graphicFrame>
      <p:sp>
        <p:nvSpPr>
          <p:cNvPr id="96271" name="Oval 16"/>
          <p:cNvSpPr/>
          <p:nvPr/>
        </p:nvSpPr>
        <p:spPr>
          <a:xfrm>
            <a:off x="2595563" y="3660775"/>
            <a:ext cx="201612" cy="201613"/>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a:t>
            </a:r>
            <a:br>
              <a:rPr lang="en-US" altLang="zh-CN" dirty="0">
                <a:ea typeface="宋体" panose="02010600030101010101" pitchFamily="2" charset="-122"/>
              </a:rPr>
            </a:br>
            <a:r>
              <a:rPr lang="zh-CN" altLang="en-US" dirty="0">
                <a:ea typeface="宋体" panose="02010600030101010101" pitchFamily="2" charset="-122"/>
              </a:rPr>
              <a:t> （边际</a:t>
            </a:r>
            <a:r>
              <a:rPr lang="en-US" altLang="zh-CN" dirty="0">
                <a:ea typeface="宋体" panose="02010600030101010101" pitchFamily="2" charset="-122"/>
              </a:rPr>
              <a:t>)</a:t>
            </a:r>
            <a:r>
              <a:rPr lang="zh-CN" altLang="en-US" dirty="0">
                <a:ea typeface="宋体" panose="02010600030101010101" pitchFamily="2" charset="-122"/>
              </a:rPr>
              <a:t>技术替代率</a:t>
            </a:r>
            <a:endParaRPr lang="en-US" altLang="zh-CN" dirty="0">
              <a:ea typeface="宋体" panose="02010600030101010101" pitchFamily="2" charset="-122"/>
            </a:endParaRPr>
          </a:p>
        </p:txBody>
      </p:sp>
      <p:sp>
        <p:nvSpPr>
          <p:cNvPr id="97282" name="Rectangle 3"/>
          <p:cNvSpPr>
            <a:spLocks noGrp="1"/>
          </p:cNvSpPr>
          <p:nvPr>
            <p:ph idx="1"/>
          </p:nvPr>
        </p:nvSpPr>
        <p:spPr>
          <a:xfrm>
            <a:off x="685800" y="1714500"/>
            <a:ext cx="7934325" cy="4152900"/>
          </a:xfrm>
          <a:ln/>
        </p:spPr>
        <p:txBody>
          <a:bodyPr vert="horz" wrap="square" lIns="92075" tIns="46038" rIns="92075" bIns="46038" anchor="t" anchorCtr="0"/>
          <a:p>
            <a:r>
              <a:rPr lang="en-US" altLang="zh-CN" dirty="0">
                <a:ea typeface="宋体" panose="02010600030101010101" pitchFamily="2" charset="-122"/>
              </a:rPr>
              <a:t>How is a technical rate-of-substitution computed?</a:t>
            </a:r>
            <a:endParaRPr lang="en-US" altLang="zh-CN" dirty="0">
              <a:ea typeface="宋体"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a:t>
            </a:r>
            <a:br>
              <a:rPr lang="en-US" altLang="zh-CN" dirty="0">
                <a:ea typeface="宋体" panose="02010600030101010101" pitchFamily="2" charset="-122"/>
              </a:rPr>
            </a:br>
            <a:r>
              <a:rPr lang="zh-CN" altLang="en-US" dirty="0">
                <a:ea typeface="宋体" panose="02010600030101010101" pitchFamily="2" charset="-122"/>
              </a:rPr>
              <a:t> （边际</a:t>
            </a:r>
            <a:r>
              <a:rPr lang="en-US" altLang="zh-CN" dirty="0">
                <a:ea typeface="宋体" panose="02010600030101010101" pitchFamily="2" charset="-122"/>
              </a:rPr>
              <a:t>)</a:t>
            </a:r>
            <a:r>
              <a:rPr lang="zh-CN" altLang="en-US" dirty="0">
                <a:ea typeface="宋体" panose="02010600030101010101" pitchFamily="2" charset="-122"/>
              </a:rPr>
              <a:t>技术替代率</a:t>
            </a:r>
            <a:endParaRPr lang="en-US" altLang="zh-CN" dirty="0">
              <a:ea typeface="宋体" panose="02010600030101010101" pitchFamily="2" charset="-122"/>
            </a:endParaRPr>
          </a:p>
        </p:txBody>
      </p:sp>
      <p:sp>
        <p:nvSpPr>
          <p:cNvPr id="98306" name="Rectangle 3"/>
          <p:cNvSpPr>
            <a:spLocks noGrp="1"/>
          </p:cNvSpPr>
          <p:nvPr>
            <p:ph idx="1"/>
          </p:nvPr>
        </p:nvSpPr>
        <p:spPr>
          <a:xfrm>
            <a:off x="685800" y="1714500"/>
            <a:ext cx="7934325" cy="4152900"/>
          </a:xfrm>
          <a:ln/>
        </p:spPr>
        <p:txBody>
          <a:bodyPr vert="horz" wrap="square" lIns="92075" tIns="46038" rIns="92075" bIns="46038" anchor="t" anchorCtr="0"/>
          <a:p>
            <a:r>
              <a:rPr lang="en-US" altLang="zh-CN" dirty="0">
                <a:ea typeface="宋体" panose="02010600030101010101" pitchFamily="2" charset="-122"/>
              </a:rPr>
              <a:t>How is a technical rate-of-substitution computed?</a:t>
            </a:r>
            <a:endParaRPr lang="en-US" altLang="zh-CN" dirty="0">
              <a:ea typeface="宋体" panose="02010600030101010101" pitchFamily="2" charset="-122"/>
            </a:endParaRPr>
          </a:p>
          <a:p>
            <a:r>
              <a:rPr lang="en-US" altLang="zh-CN" dirty="0">
                <a:ea typeface="宋体" panose="02010600030101010101" pitchFamily="2" charset="-122"/>
              </a:rPr>
              <a:t>The production function is</a:t>
            </a:r>
            <a:endParaRPr lang="en-US" altLang="zh-CN" dirty="0">
              <a:ea typeface="宋体" panose="02010600030101010101" pitchFamily="2" charset="-122"/>
            </a:endParaRPr>
          </a:p>
          <a:p>
            <a:r>
              <a:rPr lang="en-US" altLang="zh-CN" dirty="0">
                <a:ea typeface="宋体" panose="02010600030101010101" pitchFamily="2" charset="-122"/>
              </a:rPr>
              <a:t>A small change (dx</a:t>
            </a:r>
            <a:r>
              <a:rPr lang="en-US" altLang="zh-CN" baseline="-25000" dirty="0">
                <a:ea typeface="宋体" panose="02010600030101010101" pitchFamily="2" charset="-122"/>
              </a:rPr>
              <a:t>1</a:t>
            </a:r>
            <a:r>
              <a:rPr lang="en-US" altLang="zh-CN" dirty="0">
                <a:ea typeface="宋体" panose="02010600030101010101" pitchFamily="2" charset="-122"/>
              </a:rPr>
              <a:t>, dx</a:t>
            </a:r>
            <a:r>
              <a:rPr lang="en-US" altLang="zh-CN" baseline="-25000" dirty="0">
                <a:ea typeface="宋体" panose="02010600030101010101" pitchFamily="2" charset="-122"/>
              </a:rPr>
              <a:t>2</a:t>
            </a:r>
            <a:r>
              <a:rPr lang="en-US" altLang="zh-CN" dirty="0">
                <a:ea typeface="宋体" panose="02010600030101010101" pitchFamily="2" charset="-122"/>
              </a:rPr>
              <a:t>) in the input bundle causes a change to the output level of</a:t>
            </a:r>
            <a:endParaRPr lang="en-US" altLang="zh-CN" dirty="0">
              <a:ea typeface="宋体" panose="02010600030101010101" pitchFamily="2" charset="-122"/>
            </a:endParaRPr>
          </a:p>
        </p:txBody>
      </p:sp>
      <p:graphicFrame>
        <p:nvGraphicFramePr>
          <p:cNvPr id="98307" name="Object 2048"/>
          <p:cNvGraphicFramePr/>
          <p:nvPr/>
        </p:nvGraphicFramePr>
        <p:xfrm>
          <a:off x="6362700" y="2801938"/>
          <a:ext cx="2486025" cy="511175"/>
        </p:xfrm>
        <a:graphic>
          <a:graphicData uri="http://schemas.openxmlformats.org/presentationml/2006/ole">
            <mc:AlternateContent xmlns:mc="http://schemas.openxmlformats.org/markup-compatibility/2006">
              <mc:Choice xmlns:v="urn:schemas-microsoft-com:vml" Requires="v">
                <p:oleObj spid="_x0000_s3148" name="" r:id="rId1" imgW="1354455" imgH="283210" progId="Equation.2">
                  <p:embed/>
                </p:oleObj>
              </mc:Choice>
              <mc:Fallback>
                <p:oleObj name="" r:id="rId1" imgW="1354455" imgH="283210" progId="Equation.2">
                  <p:embed/>
                  <p:pic>
                    <p:nvPicPr>
                      <p:cNvPr id="0" name="图片 3147"/>
                      <p:cNvPicPr/>
                      <p:nvPr/>
                    </p:nvPicPr>
                    <p:blipFill>
                      <a:blip r:embed="rId2">
                        <a:clrChange>
                          <a:clrFrom>
                            <a:srgbClr val="000000"/>
                          </a:clrFrom>
                          <a:clrTo>
                            <a:srgbClr val="FFFF00"/>
                          </a:clrTo>
                        </a:clrChange>
                      </a:blip>
                      <a:stretch>
                        <a:fillRect/>
                      </a:stretch>
                    </p:blipFill>
                    <p:spPr>
                      <a:xfrm>
                        <a:off x="6362700" y="2801938"/>
                        <a:ext cx="2486025" cy="511175"/>
                      </a:xfrm>
                      <a:prstGeom prst="rect">
                        <a:avLst/>
                      </a:prstGeom>
                      <a:noFill/>
                      <a:ln w="38100">
                        <a:noFill/>
                        <a:miter/>
                      </a:ln>
                    </p:spPr>
                  </p:pic>
                </p:oleObj>
              </mc:Fallback>
            </mc:AlternateContent>
          </a:graphicData>
        </a:graphic>
      </p:graphicFrame>
      <p:graphicFrame>
        <p:nvGraphicFramePr>
          <p:cNvPr id="98308" name="Object 2049"/>
          <p:cNvGraphicFramePr/>
          <p:nvPr/>
        </p:nvGraphicFramePr>
        <p:xfrm>
          <a:off x="1858963" y="4881563"/>
          <a:ext cx="4770437" cy="1106487"/>
        </p:xfrm>
        <a:graphic>
          <a:graphicData uri="http://schemas.openxmlformats.org/presentationml/2006/ole">
            <mc:AlternateContent xmlns:mc="http://schemas.openxmlformats.org/markup-compatibility/2006">
              <mc:Choice xmlns:v="urn:schemas-microsoft-com:vml" Requires="v">
                <p:oleObj spid="_x0000_s3147" name="" r:id="rId3" imgW="2607945" imgH="622935" progId="Equation.2">
                  <p:embed/>
                </p:oleObj>
              </mc:Choice>
              <mc:Fallback>
                <p:oleObj name="" r:id="rId3" imgW="2607945" imgH="622935" progId="Equation.2">
                  <p:embed/>
                  <p:pic>
                    <p:nvPicPr>
                      <p:cNvPr id="0" name="图片 3146"/>
                      <p:cNvPicPr/>
                      <p:nvPr/>
                    </p:nvPicPr>
                    <p:blipFill>
                      <a:blip r:embed="rId4">
                        <a:clrChange>
                          <a:clrFrom>
                            <a:srgbClr val="000000"/>
                          </a:clrFrom>
                          <a:clrTo>
                            <a:srgbClr val="FFFF00"/>
                          </a:clrTo>
                        </a:clrChange>
                      </a:blip>
                      <a:stretch>
                        <a:fillRect/>
                      </a:stretch>
                    </p:blipFill>
                    <p:spPr>
                      <a:xfrm>
                        <a:off x="1858963" y="4881563"/>
                        <a:ext cx="4770437" cy="1106487"/>
                      </a:xfrm>
                      <a:prstGeom prst="rect">
                        <a:avLst/>
                      </a:prstGeom>
                      <a:noFill/>
                      <a:ln w="38100">
                        <a:noFill/>
                        <a:miter/>
                      </a:ln>
                    </p:spPr>
                  </p:pic>
                </p:oleObj>
              </mc:Fallback>
            </mc:AlternateContent>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a:t>
            </a:r>
            <a:br>
              <a:rPr lang="en-US" altLang="zh-CN" dirty="0">
                <a:ea typeface="宋体" panose="02010600030101010101" pitchFamily="2" charset="-122"/>
              </a:rPr>
            </a:br>
            <a:r>
              <a:rPr lang="zh-CN" altLang="en-US" dirty="0">
                <a:ea typeface="宋体" panose="02010600030101010101" pitchFamily="2" charset="-122"/>
              </a:rPr>
              <a:t> （边际</a:t>
            </a:r>
            <a:r>
              <a:rPr lang="en-US" altLang="zh-CN" dirty="0">
                <a:ea typeface="宋体" panose="02010600030101010101" pitchFamily="2" charset="-122"/>
              </a:rPr>
              <a:t>)</a:t>
            </a:r>
            <a:r>
              <a:rPr lang="zh-CN" altLang="en-US" dirty="0">
                <a:ea typeface="宋体" panose="02010600030101010101" pitchFamily="2" charset="-122"/>
              </a:rPr>
              <a:t>技术替代率</a:t>
            </a:r>
            <a:endParaRPr lang="en-US" altLang="zh-CN" dirty="0">
              <a:ea typeface="宋体" panose="02010600030101010101" pitchFamily="2" charset="-122"/>
            </a:endParaRPr>
          </a:p>
        </p:txBody>
      </p:sp>
      <p:graphicFrame>
        <p:nvGraphicFramePr>
          <p:cNvPr id="99330" name="Object 3"/>
          <p:cNvGraphicFramePr/>
          <p:nvPr/>
        </p:nvGraphicFramePr>
        <p:xfrm>
          <a:off x="1901825" y="1227138"/>
          <a:ext cx="4770438" cy="1106487"/>
        </p:xfrm>
        <a:graphic>
          <a:graphicData uri="http://schemas.openxmlformats.org/presentationml/2006/ole">
            <mc:AlternateContent xmlns:mc="http://schemas.openxmlformats.org/markup-compatibility/2006">
              <mc:Choice xmlns:v="urn:schemas-microsoft-com:vml" Requires="v">
                <p:oleObj spid="_x0000_s3143" name="" r:id="rId1" imgW="2607945" imgH="622935" progId="Equation.2">
                  <p:embed/>
                </p:oleObj>
              </mc:Choice>
              <mc:Fallback>
                <p:oleObj name="" r:id="rId1" imgW="2607945" imgH="622935" progId="Equation.2">
                  <p:embed/>
                  <p:pic>
                    <p:nvPicPr>
                      <p:cNvPr id="0" name="图片 3142"/>
                      <p:cNvPicPr/>
                      <p:nvPr/>
                    </p:nvPicPr>
                    <p:blipFill>
                      <a:blip r:embed="rId2">
                        <a:clrChange>
                          <a:clrFrom>
                            <a:srgbClr val="000000"/>
                          </a:clrFrom>
                          <a:clrTo>
                            <a:srgbClr val="FFFF00"/>
                          </a:clrTo>
                        </a:clrChange>
                      </a:blip>
                      <a:stretch>
                        <a:fillRect/>
                      </a:stretch>
                    </p:blipFill>
                    <p:spPr>
                      <a:xfrm>
                        <a:off x="1901825" y="1227138"/>
                        <a:ext cx="4770438" cy="1106487"/>
                      </a:xfrm>
                      <a:prstGeom prst="rect">
                        <a:avLst/>
                      </a:prstGeom>
                      <a:noFill/>
                      <a:ln w="38100">
                        <a:noFill/>
                        <a:miter/>
                      </a:ln>
                    </p:spPr>
                  </p:pic>
                </p:oleObj>
              </mc:Fallback>
            </mc:AlternateContent>
          </a:graphicData>
        </a:graphic>
      </p:graphicFrame>
      <p:sp>
        <p:nvSpPr>
          <p:cNvPr id="99331" name="Rectangle 4"/>
          <p:cNvSpPr/>
          <p:nvPr/>
        </p:nvSpPr>
        <p:spPr>
          <a:xfrm>
            <a:off x="836613" y="2398713"/>
            <a:ext cx="8061325" cy="1554162"/>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But dy = 0 since there is to be no change</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to the output level, so the changes dx</a:t>
            </a:r>
            <a:r>
              <a:rPr lang="en-US" altLang="zh-CN" baseline="-25000" dirty="0">
                <a:solidFill>
                  <a:schemeClr val="tx1"/>
                </a:solidFill>
                <a:latin typeface="Arial" panose="020B0604020202020204" pitchFamily="34" charset="0"/>
                <a:ea typeface="宋体" panose="02010600030101010101" pitchFamily="2" charset="-122"/>
              </a:rPr>
              <a:t>1</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and dx</a:t>
            </a:r>
            <a:r>
              <a:rPr lang="en-US" altLang="zh-CN" baseline="-25000" dirty="0">
                <a:solidFill>
                  <a:schemeClr val="tx1"/>
                </a:solidFill>
                <a:latin typeface="Arial" panose="020B0604020202020204" pitchFamily="34" charset="0"/>
                <a:ea typeface="宋体" panose="02010600030101010101" pitchFamily="2" charset="-122"/>
              </a:rPr>
              <a:t>2</a:t>
            </a:r>
            <a:r>
              <a:rPr lang="en-US" altLang="zh-CN" dirty="0">
                <a:solidFill>
                  <a:schemeClr val="tx1"/>
                </a:solidFill>
                <a:latin typeface="Arial" panose="020B0604020202020204" pitchFamily="34" charset="0"/>
                <a:ea typeface="宋体" panose="02010600030101010101" pitchFamily="2" charset="-122"/>
              </a:rPr>
              <a:t> to the input levels must satisfy</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99332" name="Object 5"/>
          <p:cNvGraphicFramePr/>
          <p:nvPr/>
        </p:nvGraphicFramePr>
        <p:xfrm>
          <a:off x="2168525" y="4024313"/>
          <a:ext cx="4473575" cy="1096962"/>
        </p:xfrm>
        <a:graphic>
          <a:graphicData uri="http://schemas.openxmlformats.org/presentationml/2006/ole">
            <mc:AlternateContent xmlns:mc="http://schemas.openxmlformats.org/markup-compatibility/2006">
              <mc:Choice xmlns:v="urn:schemas-microsoft-com:vml" Requires="v">
                <p:oleObj spid="_x0000_s3149" name="" r:id="rId3" imgW="2451735" imgH="622935" progId="Equation.2">
                  <p:embed/>
                </p:oleObj>
              </mc:Choice>
              <mc:Fallback>
                <p:oleObj name="" r:id="rId3" imgW="2451735" imgH="622935" progId="Equation.2">
                  <p:embed/>
                  <p:pic>
                    <p:nvPicPr>
                      <p:cNvPr id="0" name="图片 3148"/>
                      <p:cNvPicPr/>
                      <p:nvPr/>
                    </p:nvPicPr>
                    <p:blipFill>
                      <a:blip r:embed="rId4">
                        <a:clrChange>
                          <a:clrFrom>
                            <a:srgbClr val="000000"/>
                          </a:clrFrom>
                          <a:clrTo>
                            <a:srgbClr val="FFFF00"/>
                          </a:clrTo>
                        </a:clrChange>
                      </a:blip>
                      <a:stretch>
                        <a:fillRect/>
                      </a:stretch>
                    </p:blipFill>
                    <p:spPr>
                      <a:xfrm>
                        <a:off x="2168525" y="4024313"/>
                        <a:ext cx="4473575" cy="1096962"/>
                      </a:xfrm>
                      <a:prstGeom prst="rect">
                        <a:avLst/>
                      </a:prstGeom>
                      <a:noFill/>
                      <a:ln w="38100">
                        <a:noFill/>
                        <a:miter/>
                      </a:ln>
                    </p:spPr>
                  </p:pic>
                </p:oleObj>
              </mc:Fallback>
            </mc:AlternateContent>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a:t>
            </a:r>
            <a:br>
              <a:rPr lang="en-US" altLang="zh-CN" dirty="0">
                <a:ea typeface="宋体" panose="02010600030101010101" pitchFamily="2" charset="-122"/>
              </a:rPr>
            </a:br>
            <a:r>
              <a:rPr lang="zh-CN" altLang="en-US" dirty="0">
                <a:ea typeface="宋体" panose="02010600030101010101" pitchFamily="2" charset="-122"/>
              </a:rPr>
              <a:t> （边际</a:t>
            </a:r>
            <a:r>
              <a:rPr lang="en-US" altLang="zh-CN" dirty="0">
                <a:ea typeface="宋体" panose="02010600030101010101" pitchFamily="2" charset="-122"/>
              </a:rPr>
              <a:t>)</a:t>
            </a:r>
            <a:r>
              <a:rPr lang="zh-CN" altLang="en-US" dirty="0">
                <a:ea typeface="宋体" panose="02010600030101010101" pitchFamily="2" charset="-122"/>
              </a:rPr>
              <a:t>技术替代率</a:t>
            </a:r>
            <a:endParaRPr lang="en-US" altLang="zh-CN" dirty="0">
              <a:ea typeface="宋体" panose="02010600030101010101" pitchFamily="2" charset="-122"/>
            </a:endParaRPr>
          </a:p>
        </p:txBody>
      </p:sp>
      <p:graphicFrame>
        <p:nvGraphicFramePr>
          <p:cNvPr id="100354" name="Object 1024"/>
          <p:cNvGraphicFramePr/>
          <p:nvPr/>
        </p:nvGraphicFramePr>
        <p:xfrm>
          <a:off x="2168525" y="1238250"/>
          <a:ext cx="4322763" cy="1087438"/>
        </p:xfrm>
        <a:graphic>
          <a:graphicData uri="http://schemas.openxmlformats.org/presentationml/2006/ole">
            <mc:AlternateContent xmlns:mc="http://schemas.openxmlformats.org/markup-compatibility/2006">
              <mc:Choice xmlns:v="urn:schemas-microsoft-com:vml" Requires="v">
                <p:oleObj spid="_x0000_s3144" name="" r:id="rId1" imgW="2372995" imgH="622935" progId="Equation.2">
                  <p:embed/>
                </p:oleObj>
              </mc:Choice>
              <mc:Fallback>
                <p:oleObj name="" r:id="rId1" imgW="2372995" imgH="622935" progId="Equation.2">
                  <p:embed/>
                  <p:pic>
                    <p:nvPicPr>
                      <p:cNvPr id="0" name="图片 3143"/>
                      <p:cNvPicPr/>
                      <p:nvPr/>
                    </p:nvPicPr>
                    <p:blipFill>
                      <a:blip r:embed="rId2">
                        <a:clrChange>
                          <a:clrFrom>
                            <a:srgbClr val="000000"/>
                          </a:clrFrom>
                          <a:clrTo>
                            <a:srgbClr val="FFFF00"/>
                          </a:clrTo>
                        </a:clrChange>
                      </a:blip>
                      <a:stretch>
                        <a:fillRect/>
                      </a:stretch>
                    </p:blipFill>
                    <p:spPr>
                      <a:xfrm>
                        <a:off x="2168525" y="1238250"/>
                        <a:ext cx="4322763" cy="1087438"/>
                      </a:xfrm>
                      <a:prstGeom prst="rect">
                        <a:avLst/>
                      </a:prstGeom>
                      <a:noFill/>
                      <a:ln w="38100">
                        <a:noFill/>
                        <a:miter/>
                      </a:ln>
                    </p:spPr>
                  </p:pic>
                </p:oleObj>
              </mc:Fallback>
            </mc:AlternateContent>
          </a:graphicData>
        </a:graphic>
      </p:graphicFrame>
      <p:sp>
        <p:nvSpPr>
          <p:cNvPr id="100355" name="Rectangle 4"/>
          <p:cNvSpPr/>
          <p:nvPr/>
        </p:nvSpPr>
        <p:spPr>
          <a:xfrm>
            <a:off x="908050" y="2446338"/>
            <a:ext cx="278130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rearranges to</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100356" name="Object 1025"/>
          <p:cNvGraphicFramePr/>
          <p:nvPr/>
        </p:nvGraphicFramePr>
        <p:xfrm>
          <a:off x="2333625" y="3095625"/>
          <a:ext cx="3981450" cy="1077913"/>
        </p:xfrm>
        <a:graphic>
          <a:graphicData uri="http://schemas.openxmlformats.org/presentationml/2006/ole">
            <mc:AlternateContent xmlns:mc="http://schemas.openxmlformats.org/markup-compatibility/2006">
              <mc:Choice xmlns:v="urn:schemas-microsoft-com:vml" Requires="v">
                <p:oleObj spid="_x0000_s3146" name="" r:id="rId3" imgW="2190115" imgH="622935" progId="Equation.2">
                  <p:embed/>
                </p:oleObj>
              </mc:Choice>
              <mc:Fallback>
                <p:oleObj name="" r:id="rId3" imgW="2190115" imgH="622935" progId="Equation.2">
                  <p:embed/>
                  <p:pic>
                    <p:nvPicPr>
                      <p:cNvPr id="0" name="图片 3145"/>
                      <p:cNvPicPr/>
                      <p:nvPr/>
                    </p:nvPicPr>
                    <p:blipFill>
                      <a:blip r:embed="rId4">
                        <a:clrChange>
                          <a:clrFrom>
                            <a:srgbClr val="000000"/>
                          </a:clrFrom>
                          <a:clrTo>
                            <a:srgbClr val="FFFF00"/>
                          </a:clrTo>
                        </a:clrChange>
                      </a:blip>
                      <a:stretch>
                        <a:fillRect/>
                      </a:stretch>
                    </p:blipFill>
                    <p:spPr>
                      <a:xfrm>
                        <a:off x="2333625" y="3095625"/>
                        <a:ext cx="3981450" cy="1077913"/>
                      </a:xfrm>
                      <a:prstGeom prst="rect">
                        <a:avLst/>
                      </a:prstGeom>
                      <a:noFill/>
                      <a:ln w="38100">
                        <a:noFill/>
                        <a:miter/>
                      </a:ln>
                    </p:spPr>
                  </p:pic>
                </p:oleObj>
              </mc:Fallback>
            </mc:AlternateContent>
          </a:graphicData>
        </a:graphic>
      </p:graphicFrame>
      <p:sp>
        <p:nvSpPr>
          <p:cNvPr id="100357" name="Rectangle 6"/>
          <p:cNvSpPr/>
          <p:nvPr/>
        </p:nvSpPr>
        <p:spPr>
          <a:xfrm>
            <a:off x="836613" y="4232275"/>
            <a:ext cx="65881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so</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100358" name="Object 1026"/>
          <p:cNvGraphicFramePr/>
          <p:nvPr/>
        </p:nvGraphicFramePr>
        <p:xfrm>
          <a:off x="2816225" y="4333875"/>
          <a:ext cx="3435350" cy="1068388"/>
        </p:xfrm>
        <a:graphic>
          <a:graphicData uri="http://schemas.openxmlformats.org/presentationml/2006/ole">
            <mc:AlternateContent xmlns:mc="http://schemas.openxmlformats.org/markup-compatibility/2006">
              <mc:Choice xmlns:v="urn:schemas-microsoft-com:vml" Requires="v">
                <p:oleObj spid="_x0000_s3142" name="" r:id="rId5" imgW="1894205" imgH="622935" progId="Equation.2">
                  <p:embed/>
                </p:oleObj>
              </mc:Choice>
              <mc:Fallback>
                <p:oleObj name="" r:id="rId5" imgW="1894205" imgH="622935" progId="Equation.2">
                  <p:embed/>
                  <p:pic>
                    <p:nvPicPr>
                      <p:cNvPr id="0" name="图片 3141"/>
                      <p:cNvPicPr/>
                      <p:nvPr/>
                    </p:nvPicPr>
                    <p:blipFill>
                      <a:blip r:embed="rId6">
                        <a:clrChange>
                          <a:clrFrom>
                            <a:srgbClr val="000000"/>
                          </a:clrFrom>
                          <a:clrTo>
                            <a:srgbClr val="FFFF00"/>
                          </a:clrTo>
                        </a:clrChange>
                      </a:blip>
                      <a:stretch>
                        <a:fillRect/>
                      </a:stretch>
                    </p:blipFill>
                    <p:spPr>
                      <a:xfrm>
                        <a:off x="2816225" y="4333875"/>
                        <a:ext cx="3435350" cy="1068388"/>
                      </a:xfrm>
                      <a:prstGeom prst="rect">
                        <a:avLst/>
                      </a:prstGeom>
                      <a:noFill/>
                      <a:ln w="38100">
                        <a:noFill/>
                        <a:miter/>
                      </a:ln>
                    </p:spPr>
                  </p:pic>
                </p:oleObj>
              </mc:Fallback>
            </mc:AlternateContent>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a:t>
            </a:r>
            <a:br>
              <a:rPr lang="en-US" altLang="zh-CN" dirty="0">
                <a:ea typeface="宋体" panose="02010600030101010101" pitchFamily="2" charset="-122"/>
              </a:rPr>
            </a:br>
            <a:r>
              <a:rPr lang="zh-CN" altLang="en-US" dirty="0">
                <a:ea typeface="宋体" panose="02010600030101010101" pitchFamily="2" charset="-122"/>
              </a:rPr>
              <a:t> （边际</a:t>
            </a:r>
            <a:r>
              <a:rPr lang="en-US" altLang="zh-CN" dirty="0">
                <a:ea typeface="宋体" panose="02010600030101010101" pitchFamily="2" charset="-122"/>
              </a:rPr>
              <a:t>)</a:t>
            </a:r>
            <a:r>
              <a:rPr lang="zh-CN" altLang="en-US" dirty="0">
                <a:ea typeface="宋体" panose="02010600030101010101" pitchFamily="2" charset="-122"/>
              </a:rPr>
              <a:t>技术替代率</a:t>
            </a:r>
            <a:endParaRPr lang="en-US" altLang="zh-CN" dirty="0">
              <a:ea typeface="宋体" panose="02010600030101010101" pitchFamily="2" charset="-122"/>
            </a:endParaRPr>
          </a:p>
        </p:txBody>
      </p:sp>
      <p:graphicFrame>
        <p:nvGraphicFramePr>
          <p:cNvPr id="101378" name="Object 3"/>
          <p:cNvGraphicFramePr/>
          <p:nvPr/>
        </p:nvGraphicFramePr>
        <p:xfrm>
          <a:off x="2597150" y="1393825"/>
          <a:ext cx="3284538" cy="1058863"/>
        </p:xfrm>
        <a:graphic>
          <a:graphicData uri="http://schemas.openxmlformats.org/presentationml/2006/ole">
            <mc:AlternateContent xmlns:mc="http://schemas.openxmlformats.org/markup-compatibility/2006">
              <mc:Choice xmlns:v="urn:schemas-microsoft-com:vml" Requires="v">
                <p:oleObj spid="_x0000_s3145" name="" r:id="rId1" imgW="1815465" imgH="622935" progId="Equation.2">
                  <p:embed/>
                </p:oleObj>
              </mc:Choice>
              <mc:Fallback>
                <p:oleObj name="" r:id="rId1" imgW="1815465" imgH="622935" progId="Equation.2">
                  <p:embed/>
                  <p:pic>
                    <p:nvPicPr>
                      <p:cNvPr id="0" name="图片 3144"/>
                      <p:cNvPicPr/>
                      <p:nvPr/>
                    </p:nvPicPr>
                    <p:blipFill>
                      <a:blip r:embed="rId2">
                        <a:clrChange>
                          <a:clrFrom>
                            <a:srgbClr val="000000"/>
                          </a:clrFrom>
                          <a:clrTo>
                            <a:srgbClr val="FFFF00"/>
                          </a:clrTo>
                        </a:clrChange>
                      </a:blip>
                      <a:stretch>
                        <a:fillRect/>
                      </a:stretch>
                    </p:blipFill>
                    <p:spPr>
                      <a:xfrm>
                        <a:off x="2597150" y="1393825"/>
                        <a:ext cx="3284538" cy="1058863"/>
                      </a:xfrm>
                      <a:prstGeom prst="rect">
                        <a:avLst/>
                      </a:prstGeom>
                      <a:noFill/>
                      <a:ln w="38100">
                        <a:noFill/>
                        <a:miter/>
                      </a:ln>
                    </p:spPr>
                  </p:pic>
                </p:oleObj>
              </mc:Fallback>
            </mc:AlternateContent>
          </a:graphicData>
        </a:graphic>
      </p:graphicFrame>
      <p:sp>
        <p:nvSpPr>
          <p:cNvPr id="101379" name="Rectangle 4"/>
          <p:cNvSpPr/>
          <p:nvPr/>
        </p:nvSpPr>
        <p:spPr>
          <a:xfrm>
            <a:off x="654050" y="2490788"/>
            <a:ext cx="8116888" cy="2041525"/>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is the rate at which input 2 must be given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up as input 1 increases so as to keep</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the output level constant.  It is the slope</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of the isoquant.</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 A Cobb-Douglas Example</a:t>
            </a:r>
            <a:endParaRPr lang="en-US" altLang="zh-CN" dirty="0">
              <a:ea typeface="宋体" panose="02010600030101010101" pitchFamily="2" charset="-122"/>
            </a:endParaRPr>
          </a:p>
        </p:txBody>
      </p:sp>
      <p:graphicFrame>
        <p:nvGraphicFramePr>
          <p:cNvPr id="102402" name="Object 3"/>
          <p:cNvGraphicFramePr/>
          <p:nvPr/>
        </p:nvGraphicFramePr>
        <p:xfrm>
          <a:off x="2281238" y="1463675"/>
          <a:ext cx="3830637" cy="655638"/>
        </p:xfrm>
        <a:graphic>
          <a:graphicData uri="http://schemas.openxmlformats.org/presentationml/2006/ole">
            <mc:AlternateContent xmlns:mc="http://schemas.openxmlformats.org/markup-compatibility/2006">
              <mc:Choice xmlns:v="urn:schemas-microsoft-com:vml" Requires="v">
                <p:oleObj spid="_x0000_s3151" name="" r:id="rId1" imgW="2094230" imgH="370205" progId="Equation.2">
                  <p:embed/>
                </p:oleObj>
              </mc:Choice>
              <mc:Fallback>
                <p:oleObj name="" r:id="rId1" imgW="2094230" imgH="370205" progId="Equation.2">
                  <p:embed/>
                  <p:pic>
                    <p:nvPicPr>
                      <p:cNvPr id="0" name="图片 3150"/>
                      <p:cNvPicPr/>
                      <p:nvPr/>
                    </p:nvPicPr>
                    <p:blipFill>
                      <a:blip r:embed="rId2">
                        <a:clrChange>
                          <a:clrFrom>
                            <a:srgbClr val="000000"/>
                          </a:clrFrom>
                          <a:clrTo>
                            <a:srgbClr val="FFFF00"/>
                          </a:clrTo>
                        </a:clrChange>
                      </a:blip>
                      <a:stretch>
                        <a:fillRect/>
                      </a:stretch>
                    </p:blipFill>
                    <p:spPr>
                      <a:xfrm>
                        <a:off x="2281238" y="1463675"/>
                        <a:ext cx="3830637" cy="655638"/>
                      </a:xfrm>
                      <a:prstGeom prst="rect">
                        <a:avLst/>
                      </a:prstGeom>
                      <a:noFill/>
                      <a:ln w="38100">
                        <a:noFill/>
                        <a:miter/>
                      </a:ln>
                    </p:spPr>
                  </p:pic>
                </p:oleObj>
              </mc:Fallback>
            </mc:AlternateContent>
          </a:graphicData>
        </a:graphic>
      </p:graphicFrame>
      <p:sp>
        <p:nvSpPr>
          <p:cNvPr id="102403" name="Rectangle 4"/>
          <p:cNvSpPr/>
          <p:nvPr/>
        </p:nvSpPr>
        <p:spPr>
          <a:xfrm>
            <a:off x="598488" y="2351088"/>
            <a:ext cx="6588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so</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102404" name="Object 5"/>
          <p:cNvGraphicFramePr/>
          <p:nvPr/>
        </p:nvGraphicFramePr>
        <p:xfrm>
          <a:off x="1368425" y="2433638"/>
          <a:ext cx="2930525" cy="1089025"/>
        </p:xfrm>
        <a:graphic>
          <a:graphicData uri="http://schemas.openxmlformats.org/presentationml/2006/ole">
            <mc:AlternateContent xmlns:mc="http://schemas.openxmlformats.org/markup-compatibility/2006">
              <mc:Choice xmlns:v="urn:schemas-microsoft-com:vml" Requires="v">
                <p:oleObj spid="_x0000_s3155" name="" r:id="rId3" imgW="1606550" imgH="622935" progId="Equation.2">
                  <p:embed/>
                </p:oleObj>
              </mc:Choice>
              <mc:Fallback>
                <p:oleObj name="" r:id="rId3" imgW="1606550" imgH="622935" progId="Equation.2">
                  <p:embed/>
                  <p:pic>
                    <p:nvPicPr>
                      <p:cNvPr id="0" name="图片 3154"/>
                      <p:cNvPicPr/>
                      <p:nvPr/>
                    </p:nvPicPr>
                    <p:blipFill>
                      <a:blip r:embed="rId4">
                        <a:clrChange>
                          <a:clrFrom>
                            <a:srgbClr val="000000"/>
                          </a:clrFrom>
                          <a:clrTo>
                            <a:srgbClr val="FFFF00"/>
                          </a:clrTo>
                        </a:clrChange>
                      </a:blip>
                      <a:stretch>
                        <a:fillRect/>
                      </a:stretch>
                    </p:blipFill>
                    <p:spPr>
                      <a:xfrm>
                        <a:off x="1368425" y="2433638"/>
                        <a:ext cx="2930525" cy="1089025"/>
                      </a:xfrm>
                      <a:prstGeom prst="rect">
                        <a:avLst/>
                      </a:prstGeom>
                      <a:noFill/>
                      <a:ln w="38100">
                        <a:noFill/>
                        <a:miter/>
                      </a:ln>
                    </p:spPr>
                  </p:pic>
                </p:oleObj>
              </mc:Fallback>
            </mc:AlternateContent>
          </a:graphicData>
        </a:graphic>
      </p:graphicFrame>
      <p:graphicFrame>
        <p:nvGraphicFramePr>
          <p:cNvPr id="102405" name="Object 6"/>
          <p:cNvGraphicFramePr/>
          <p:nvPr/>
        </p:nvGraphicFramePr>
        <p:xfrm>
          <a:off x="5535613" y="2438400"/>
          <a:ext cx="3101975" cy="1069975"/>
        </p:xfrm>
        <a:graphic>
          <a:graphicData uri="http://schemas.openxmlformats.org/presentationml/2006/ole">
            <mc:AlternateContent xmlns:mc="http://schemas.openxmlformats.org/markup-compatibility/2006">
              <mc:Choice xmlns:v="urn:schemas-microsoft-com:vml" Requires="v">
                <p:oleObj spid="_x0000_s3152" name="" r:id="rId5" imgW="1711325" imgH="622935" progId="Equation.2">
                  <p:embed/>
                </p:oleObj>
              </mc:Choice>
              <mc:Fallback>
                <p:oleObj name="" r:id="rId5" imgW="1711325" imgH="622935" progId="Equation.2">
                  <p:embed/>
                  <p:pic>
                    <p:nvPicPr>
                      <p:cNvPr id="0" name="图片 3151"/>
                      <p:cNvPicPr/>
                      <p:nvPr/>
                    </p:nvPicPr>
                    <p:blipFill>
                      <a:blip r:embed="rId6">
                        <a:clrChange>
                          <a:clrFrom>
                            <a:srgbClr val="000000"/>
                          </a:clrFrom>
                          <a:clrTo>
                            <a:srgbClr val="FFFF00"/>
                          </a:clrTo>
                        </a:clrChange>
                      </a:blip>
                      <a:stretch>
                        <a:fillRect/>
                      </a:stretch>
                    </p:blipFill>
                    <p:spPr>
                      <a:xfrm>
                        <a:off x="5535613" y="2438400"/>
                        <a:ext cx="3101975" cy="1069975"/>
                      </a:xfrm>
                      <a:prstGeom prst="rect">
                        <a:avLst/>
                      </a:prstGeom>
                      <a:noFill/>
                      <a:ln w="38100">
                        <a:noFill/>
                        <a:miter/>
                      </a:ln>
                    </p:spPr>
                  </p:pic>
                </p:oleObj>
              </mc:Fallback>
            </mc:AlternateContent>
          </a:graphicData>
        </a:graphic>
      </p:graphicFrame>
      <p:sp>
        <p:nvSpPr>
          <p:cNvPr id="102406" name="Rectangle 7"/>
          <p:cNvSpPr/>
          <p:nvPr/>
        </p:nvSpPr>
        <p:spPr>
          <a:xfrm>
            <a:off x="4527550" y="2636838"/>
            <a:ext cx="90646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and</a:t>
            </a:r>
            <a:endParaRPr lang="en-US" altLang="zh-CN" dirty="0">
              <a:solidFill>
                <a:schemeClr val="tx1"/>
              </a:solidFill>
              <a:latin typeface="Arial" panose="020B0604020202020204" pitchFamily="34" charset="0"/>
              <a:ea typeface="宋体" panose="02010600030101010101" pitchFamily="2" charset="-122"/>
            </a:endParaRPr>
          </a:p>
        </p:txBody>
      </p:sp>
      <p:sp>
        <p:nvSpPr>
          <p:cNvPr id="102407" name="Rectangle 8"/>
          <p:cNvSpPr/>
          <p:nvPr/>
        </p:nvSpPr>
        <p:spPr>
          <a:xfrm>
            <a:off x="646113" y="3756025"/>
            <a:ext cx="707072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technical rate-of-substitution is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102408" name="Object 9"/>
          <p:cNvGraphicFramePr/>
          <p:nvPr/>
        </p:nvGraphicFramePr>
        <p:xfrm>
          <a:off x="1058863" y="4383088"/>
          <a:ext cx="7454900" cy="1284287"/>
        </p:xfrm>
        <a:graphic>
          <a:graphicData uri="http://schemas.openxmlformats.org/presentationml/2006/ole">
            <mc:AlternateContent xmlns:mc="http://schemas.openxmlformats.org/markup-compatibility/2006">
              <mc:Choice xmlns:v="urn:schemas-microsoft-com:vml" Requires="v">
                <p:oleObj spid="_x0000_s3154" name="" r:id="rId7" imgW="4131945" imgH="762000" progId="Equation.2">
                  <p:embed/>
                </p:oleObj>
              </mc:Choice>
              <mc:Fallback>
                <p:oleObj name="" r:id="rId7" imgW="4131945" imgH="762000" progId="Equation.2">
                  <p:embed/>
                  <p:pic>
                    <p:nvPicPr>
                      <p:cNvPr id="0" name="图片 3153"/>
                      <p:cNvPicPr/>
                      <p:nvPr/>
                    </p:nvPicPr>
                    <p:blipFill>
                      <a:blip r:embed="rId8">
                        <a:clrChange>
                          <a:clrFrom>
                            <a:srgbClr val="000000"/>
                          </a:clrFrom>
                          <a:clrTo>
                            <a:srgbClr val="FFFF00"/>
                          </a:clrTo>
                        </a:clrChange>
                      </a:blip>
                      <a:stretch>
                        <a:fillRect/>
                      </a:stretch>
                    </p:blipFill>
                    <p:spPr>
                      <a:xfrm>
                        <a:off x="1058863" y="4383088"/>
                        <a:ext cx="7454900" cy="1284287"/>
                      </a:xfrm>
                      <a:prstGeom prst="rect">
                        <a:avLst/>
                      </a:prstGeom>
                      <a:noFill/>
                      <a:ln w="38100">
                        <a:noFill/>
                        <a:miter/>
                      </a:ln>
                    </p:spPr>
                  </p:pic>
                </p:oleObj>
              </mc:Fallback>
            </mc:AlternateContent>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3425" name="Picture 2"/>
          <p:cNvPicPr/>
          <p:nvPr/>
        </p:nvPicPr>
        <p:blipFill>
          <a:blip r:embed="rId1"/>
          <a:stretch>
            <a:fillRect/>
          </a:stretch>
        </p:blipFill>
        <p:spPr>
          <a:xfrm>
            <a:off x="357188" y="1008063"/>
            <a:ext cx="7850187" cy="5832475"/>
          </a:xfrm>
          <a:prstGeom prst="rect">
            <a:avLst/>
          </a:prstGeom>
          <a:noFill/>
          <a:ln w="9525">
            <a:noFill/>
          </a:ln>
        </p:spPr>
      </p:pic>
      <p:sp>
        <p:nvSpPr>
          <p:cNvPr id="103426" name="Line 3"/>
          <p:cNvSpPr/>
          <p:nvPr/>
        </p:nvSpPr>
        <p:spPr>
          <a:xfrm flipV="1">
            <a:off x="1538288" y="1466850"/>
            <a:ext cx="0" cy="4591050"/>
          </a:xfrm>
          <a:prstGeom prst="line">
            <a:avLst/>
          </a:prstGeom>
          <a:ln w="25400" cap="flat" cmpd="sng">
            <a:solidFill>
              <a:schemeClr val="tx1"/>
            </a:solidFill>
            <a:prstDash val="solid"/>
            <a:round/>
            <a:headEnd type="none" w="sm" len="sm"/>
            <a:tailEnd type="none" w="sm" len="sm"/>
          </a:ln>
        </p:spPr>
      </p:sp>
      <p:sp>
        <p:nvSpPr>
          <p:cNvPr id="103427" name="Rectangle 4"/>
          <p:cNvSpPr/>
          <p:nvPr/>
        </p:nvSpPr>
        <p:spPr>
          <a:xfrm>
            <a:off x="903288" y="1103313"/>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03428" name="Rectangle 5"/>
          <p:cNvSpPr/>
          <p:nvPr/>
        </p:nvSpPr>
        <p:spPr>
          <a:xfrm>
            <a:off x="5684838" y="6056313"/>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03429" name="Rectangle 6"/>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 A Cobb-Douglas Example</a:t>
            </a:r>
            <a:endParaRPr lang="en-US" altLang="zh-CN" dirty="0">
              <a:ea typeface="宋体" panose="02010600030101010101" pitchFamily="2" charset="-122"/>
            </a:endParaRPr>
          </a:p>
        </p:txBody>
      </p:sp>
      <p:graphicFrame>
        <p:nvGraphicFramePr>
          <p:cNvPr id="103430" name="Object 0"/>
          <p:cNvGraphicFramePr/>
          <p:nvPr/>
        </p:nvGraphicFramePr>
        <p:xfrm>
          <a:off x="2819400" y="2403475"/>
          <a:ext cx="6296025" cy="1031875"/>
        </p:xfrm>
        <a:graphic>
          <a:graphicData uri="http://schemas.openxmlformats.org/presentationml/2006/ole">
            <mc:AlternateContent xmlns:mc="http://schemas.openxmlformats.org/markup-compatibility/2006">
              <mc:Choice xmlns:v="urn:schemas-microsoft-com:vml" Requires="v">
                <p:oleObj spid="_x0000_s3150" name="" r:id="rId2" imgW="3505200" imgH="622935" progId="Equation.2">
                  <p:embed/>
                </p:oleObj>
              </mc:Choice>
              <mc:Fallback>
                <p:oleObj name="" r:id="rId2" imgW="3505200" imgH="622935" progId="Equation.2">
                  <p:embed/>
                  <p:pic>
                    <p:nvPicPr>
                      <p:cNvPr id="0" name="图片 3149"/>
                      <p:cNvPicPr/>
                      <p:nvPr/>
                    </p:nvPicPr>
                    <p:blipFill>
                      <a:blip r:embed="rId3">
                        <a:clrChange>
                          <a:clrFrom>
                            <a:srgbClr val="000000"/>
                          </a:clrFrom>
                          <a:clrTo>
                            <a:srgbClr val="FFFF00"/>
                          </a:clrTo>
                        </a:clrChange>
                      </a:blip>
                      <a:stretch>
                        <a:fillRect/>
                      </a:stretch>
                    </p:blipFill>
                    <p:spPr>
                      <a:xfrm>
                        <a:off x="2819400" y="2403475"/>
                        <a:ext cx="6296025" cy="1031875"/>
                      </a:xfrm>
                      <a:prstGeom prst="rect">
                        <a:avLst/>
                      </a:prstGeom>
                      <a:noFill/>
                      <a:ln w="38100">
                        <a:noFill/>
                        <a:miter/>
                      </a:ln>
                    </p:spPr>
                  </p:pic>
                </p:oleObj>
              </mc:Fallback>
            </mc:AlternateContent>
          </a:graphicData>
        </a:graphic>
      </p:graphicFrame>
      <p:graphicFrame>
        <p:nvGraphicFramePr>
          <p:cNvPr id="103431" name="Object 1"/>
          <p:cNvGraphicFramePr/>
          <p:nvPr/>
        </p:nvGraphicFramePr>
        <p:xfrm>
          <a:off x="2809875" y="1298575"/>
          <a:ext cx="6019800" cy="966788"/>
        </p:xfrm>
        <a:graphic>
          <a:graphicData uri="http://schemas.openxmlformats.org/presentationml/2006/ole">
            <mc:AlternateContent xmlns:mc="http://schemas.openxmlformats.org/markup-compatibility/2006">
              <mc:Choice xmlns:v="urn:schemas-microsoft-com:vml" Requires="v">
                <p:oleObj spid="_x0000_s3153" name="" r:id="rId4" imgW="3209290" imgH="561975" progId="Equation.2">
                  <p:embed/>
                </p:oleObj>
              </mc:Choice>
              <mc:Fallback>
                <p:oleObj name="" r:id="rId4" imgW="3209290" imgH="561975" progId="Equation.2">
                  <p:embed/>
                  <p:pic>
                    <p:nvPicPr>
                      <p:cNvPr id="0" name="图片 3152"/>
                      <p:cNvPicPr/>
                      <p:nvPr/>
                    </p:nvPicPr>
                    <p:blipFill>
                      <a:blip r:embed="rId5">
                        <a:clrChange>
                          <a:clrFrom>
                            <a:srgbClr val="000000"/>
                          </a:clrFrom>
                          <a:clrTo>
                            <a:srgbClr val="FFFF00"/>
                          </a:clrTo>
                        </a:clrChange>
                      </a:blip>
                      <a:stretch>
                        <a:fillRect/>
                      </a:stretch>
                    </p:blipFill>
                    <p:spPr>
                      <a:xfrm>
                        <a:off x="2809875" y="1298575"/>
                        <a:ext cx="6019800" cy="966788"/>
                      </a:xfrm>
                      <a:prstGeom prst="rect">
                        <a:avLst/>
                      </a:prstGeom>
                      <a:noFill/>
                      <a:ln w="38100">
                        <a:noFill/>
                        <a:miter/>
                      </a:ln>
                    </p:spPr>
                  </p:pic>
                </p:oleObj>
              </mc:Fallback>
            </mc:AlternateContent>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449" name="Picture 2"/>
          <p:cNvPicPr/>
          <p:nvPr/>
        </p:nvPicPr>
        <p:blipFill>
          <a:blip r:embed="rId1"/>
          <a:stretch>
            <a:fillRect/>
          </a:stretch>
        </p:blipFill>
        <p:spPr>
          <a:xfrm>
            <a:off x="357188" y="1008063"/>
            <a:ext cx="7850187" cy="5832475"/>
          </a:xfrm>
          <a:prstGeom prst="rect">
            <a:avLst/>
          </a:prstGeom>
          <a:noFill/>
          <a:ln w="9525">
            <a:noFill/>
          </a:ln>
        </p:spPr>
      </p:pic>
      <p:sp>
        <p:nvSpPr>
          <p:cNvPr id="104450" name="Line 3"/>
          <p:cNvSpPr/>
          <p:nvPr/>
        </p:nvSpPr>
        <p:spPr>
          <a:xfrm flipV="1">
            <a:off x="1538288" y="1466850"/>
            <a:ext cx="0" cy="4591050"/>
          </a:xfrm>
          <a:prstGeom prst="line">
            <a:avLst/>
          </a:prstGeom>
          <a:ln w="25400" cap="flat" cmpd="sng">
            <a:solidFill>
              <a:schemeClr val="tx1"/>
            </a:solidFill>
            <a:prstDash val="solid"/>
            <a:round/>
            <a:headEnd type="none" w="sm" len="sm"/>
            <a:tailEnd type="none" w="sm" len="sm"/>
          </a:ln>
        </p:spPr>
      </p:sp>
      <p:sp>
        <p:nvSpPr>
          <p:cNvPr id="104451" name="Rectangle 4"/>
          <p:cNvSpPr/>
          <p:nvPr/>
        </p:nvSpPr>
        <p:spPr>
          <a:xfrm>
            <a:off x="903288" y="1103313"/>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04452" name="Rectangle 5"/>
          <p:cNvSpPr/>
          <p:nvPr/>
        </p:nvSpPr>
        <p:spPr>
          <a:xfrm>
            <a:off x="5684838" y="6056313"/>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04453" name="Rectangle 6"/>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 A Cobb-Douglas Example</a:t>
            </a:r>
            <a:endParaRPr lang="en-US" altLang="zh-CN" dirty="0">
              <a:ea typeface="宋体" panose="02010600030101010101" pitchFamily="2" charset="-122"/>
            </a:endParaRPr>
          </a:p>
        </p:txBody>
      </p:sp>
      <p:graphicFrame>
        <p:nvGraphicFramePr>
          <p:cNvPr id="104454" name="Object 0"/>
          <p:cNvGraphicFramePr/>
          <p:nvPr/>
        </p:nvGraphicFramePr>
        <p:xfrm>
          <a:off x="2819400" y="2403475"/>
          <a:ext cx="6296025" cy="1031875"/>
        </p:xfrm>
        <a:graphic>
          <a:graphicData uri="http://schemas.openxmlformats.org/presentationml/2006/ole">
            <mc:AlternateContent xmlns:mc="http://schemas.openxmlformats.org/markup-compatibility/2006">
              <mc:Choice xmlns:v="urn:schemas-microsoft-com:vml" Requires="v">
                <p:oleObj spid="_x0000_s3158" name="" r:id="rId2" imgW="3505200" imgH="622935" progId="Equation.2">
                  <p:embed/>
                </p:oleObj>
              </mc:Choice>
              <mc:Fallback>
                <p:oleObj name="" r:id="rId2" imgW="3505200" imgH="622935" progId="Equation.2">
                  <p:embed/>
                  <p:pic>
                    <p:nvPicPr>
                      <p:cNvPr id="0" name="图片 3157"/>
                      <p:cNvPicPr/>
                      <p:nvPr/>
                    </p:nvPicPr>
                    <p:blipFill>
                      <a:blip r:embed="rId3">
                        <a:clrChange>
                          <a:clrFrom>
                            <a:srgbClr val="000000"/>
                          </a:clrFrom>
                          <a:clrTo>
                            <a:srgbClr val="FFFF00"/>
                          </a:clrTo>
                        </a:clrChange>
                      </a:blip>
                      <a:stretch>
                        <a:fillRect/>
                      </a:stretch>
                    </p:blipFill>
                    <p:spPr>
                      <a:xfrm>
                        <a:off x="2819400" y="2403475"/>
                        <a:ext cx="6296025" cy="1031875"/>
                      </a:xfrm>
                      <a:prstGeom prst="rect">
                        <a:avLst/>
                      </a:prstGeom>
                      <a:noFill/>
                      <a:ln w="38100">
                        <a:noFill/>
                        <a:miter/>
                      </a:ln>
                    </p:spPr>
                  </p:pic>
                </p:oleObj>
              </mc:Fallback>
            </mc:AlternateContent>
          </a:graphicData>
        </a:graphic>
      </p:graphicFrame>
      <p:graphicFrame>
        <p:nvGraphicFramePr>
          <p:cNvPr id="104455" name="Object 1"/>
          <p:cNvGraphicFramePr/>
          <p:nvPr/>
        </p:nvGraphicFramePr>
        <p:xfrm>
          <a:off x="2809875" y="1298575"/>
          <a:ext cx="6019800" cy="966788"/>
        </p:xfrm>
        <a:graphic>
          <a:graphicData uri="http://schemas.openxmlformats.org/presentationml/2006/ole">
            <mc:AlternateContent xmlns:mc="http://schemas.openxmlformats.org/markup-compatibility/2006">
              <mc:Choice xmlns:v="urn:schemas-microsoft-com:vml" Requires="v">
                <p:oleObj spid="_x0000_s3159" name="" r:id="rId4" imgW="3209290" imgH="561975" progId="Equation.2">
                  <p:embed/>
                </p:oleObj>
              </mc:Choice>
              <mc:Fallback>
                <p:oleObj name="" r:id="rId4" imgW="3209290" imgH="561975" progId="Equation.2">
                  <p:embed/>
                  <p:pic>
                    <p:nvPicPr>
                      <p:cNvPr id="0" name="图片 3158"/>
                      <p:cNvPicPr/>
                      <p:nvPr/>
                    </p:nvPicPr>
                    <p:blipFill>
                      <a:blip r:embed="rId5">
                        <a:clrChange>
                          <a:clrFrom>
                            <a:srgbClr val="000000"/>
                          </a:clrFrom>
                          <a:clrTo>
                            <a:srgbClr val="FFFF00"/>
                          </a:clrTo>
                        </a:clrChange>
                      </a:blip>
                      <a:stretch>
                        <a:fillRect/>
                      </a:stretch>
                    </p:blipFill>
                    <p:spPr>
                      <a:xfrm>
                        <a:off x="2809875" y="1298575"/>
                        <a:ext cx="6019800" cy="966788"/>
                      </a:xfrm>
                      <a:prstGeom prst="rect">
                        <a:avLst/>
                      </a:prstGeom>
                      <a:noFill/>
                      <a:ln w="38100">
                        <a:noFill/>
                        <a:miter/>
                      </a:ln>
                    </p:spPr>
                  </p:pic>
                </p:oleObj>
              </mc:Fallback>
            </mc:AlternateContent>
          </a:graphicData>
        </a:graphic>
      </p:graphicFrame>
      <p:sp>
        <p:nvSpPr>
          <p:cNvPr id="104456" name="Line 9"/>
          <p:cNvSpPr/>
          <p:nvPr/>
        </p:nvSpPr>
        <p:spPr>
          <a:xfrm>
            <a:off x="2622550" y="4367213"/>
            <a:ext cx="0" cy="1701800"/>
          </a:xfrm>
          <a:prstGeom prst="line">
            <a:avLst/>
          </a:prstGeom>
          <a:ln w="25400" cap="flat" cmpd="sng">
            <a:solidFill>
              <a:schemeClr val="tx1"/>
            </a:solidFill>
            <a:prstDash val="dash"/>
            <a:round/>
            <a:headEnd type="none" w="sm" len="sm"/>
            <a:tailEnd type="none" w="sm" len="sm"/>
          </a:ln>
        </p:spPr>
      </p:sp>
      <p:sp>
        <p:nvSpPr>
          <p:cNvPr id="104457" name="Line 10"/>
          <p:cNvSpPr/>
          <p:nvPr/>
        </p:nvSpPr>
        <p:spPr>
          <a:xfrm flipH="1">
            <a:off x="1541463" y="4364038"/>
            <a:ext cx="1081087" cy="0"/>
          </a:xfrm>
          <a:prstGeom prst="line">
            <a:avLst/>
          </a:prstGeom>
          <a:ln w="25400" cap="flat" cmpd="sng">
            <a:solidFill>
              <a:schemeClr val="tx1"/>
            </a:solidFill>
            <a:prstDash val="dash"/>
            <a:round/>
            <a:headEnd type="none" w="sm" len="sm"/>
            <a:tailEnd type="none" w="sm" len="sm"/>
          </a:ln>
        </p:spPr>
      </p:sp>
      <p:sp>
        <p:nvSpPr>
          <p:cNvPr id="104458" name="Rectangle 11"/>
          <p:cNvSpPr/>
          <p:nvPr/>
        </p:nvSpPr>
        <p:spPr>
          <a:xfrm>
            <a:off x="1089025" y="4081463"/>
            <a:ext cx="4095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8</a:t>
            </a:r>
            <a:endParaRPr lang="en-US" altLang="zh-CN" dirty="0">
              <a:solidFill>
                <a:schemeClr val="tx1"/>
              </a:solidFill>
              <a:latin typeface="Arial" panose="020B0604020202020204" pitchFamily="34" charset="0"/>
              <a:ea typeface="宋体" panose="02010600030101010101" pitchFamily="2" charset="-122"/>
            </a:endParaRPr>
          </a:p>
        </p:txBody>
      </p:sp>
      <p:sp>
        <p:nvSpPr>
          <p:cNvPr id="104459" name="Rectangle 12"/>
          <p:cNvSpPr/>
          <p:nvPr/>
        </p:nvSpPr>
        <p:spPr>
          <a:xfrm>
            <a:off x="2414588" y="6146800"/>
            <a:ext cx="40957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4</a:t>
            </a:r>
            <a:endParaRPr lang="en-US" altLang="zh-CN" dirty="0">
              <a:solidFill>
                <a:schemeClr val="tx1"/>
              </a:solidFill>
              <a:latin typeface="Arial" panose="020B0604020202020204" pitchFamily="34" charset="0"/>
              <a:ea typeface="宋体" panose="02010600030101010101" pitchFamily="2" charset="-122"/>
            </a:endParaRPr>
          </a:p>
        </p:txBody>
      </p:sp>
      <p:sp>
        <p:nvSpPr>
          <p:cNvPr id="104460" name="Line 13"/>
          <p:cNvSpPr/>
          <p:nvPr/>
        </p:nvSpPr>
        <p:spPr>
          <a:xfrm>
            <a:off x="2200275" y="3773488"/>
            <a:ext cx="725488" cy="1155700"/>
          </a:xfrm>
          <a:prstGeom prst="line">
            <a:avLst/>
          </a:prstGeom>
          <a:ln w="25400" cap="flat" cmpd="sng">
            <a:solidFill>
              <a:schemeClr val="tx1"/>
            </a:solidFill>
            <a:prstDash val="solid"/>
            <a:round/>
            <a:headEnd type="none" w="sm" len="sm"/>
            <a:tailEnd type="none" w="sm" len="sm"/>
          </a:ln>
        </p:spPr>
      </p:sp>
      <p:sp>
        <p:nvSpPr>
          <p:cNvPr id="104461" name="Oval 14"/>
          <p:cNvSpPr/>
          <p:nvPr/>
        </p:nvSpPr>
        <p:spPr>
          <a:xfrm>
            <a:off x="2493963" y="4249738"/>
            <a:ext cx="201612" cy="201612"/>
          </a:xfrm>
          <a:prstGeom prst="ellipse">
            <a:avLst/>
          </a:prstGeom>
          <a:solidFill>
            <a:srgbClr val="33CC33"/>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graphicFrame>
        <p:nvGraphicFramePr>
          <p:cNvPr id="104462" name="Object 2"/>
          <p:cNvGraphicFramePr/>
          <p:nvPr/>
        </p:nvGraphicFramePr>
        <p:xfrm>
          <a:off x="3502025" y="3517900"/>
          <a:ext cx="4973638" cy="1022350"/>
        </p:xfrm>
        <a:graphic>
          <a:graphicData uri="http://schemas.openxmlformats.org/presentationml/2006/ole">
            <mc:AlternateContent xmlns:mc="http://schemas.openxmlformats.org/markup-compatibility/2006">
              <mc:Choice xmlns:v="urn:schemas-microsoft-com:vml" Requires="v">
                <p:oleObj spid="_x0000_s3156" name="" r:id="rId6" imgW="2773680" imgH="622935" progId="Equation.2">
                  <p:embed/>
                </p:oleObj>
              </mc:Choice>
              <mc:Fallback>
                <p:oleObj name="" r:id="rId6" imgW="2773680" imgH="622935" progId="Equation.2">
                  <p:embed/>
                  <p:pic>
                    <p:nvPicPr>
                      <p:cNvPr id="0" name="图片 3155"/>
                      <p:cNvPicPr/>
                      <p:nvPr/>
                    </p:nvPicPr>
                    <p:blipFill>
                      <a:blip r:embed="rId7">
                        <a:clrChange>
                          <a:clrFrom>
                            <a:srgbClr val="000000"/>
                          </a:clrFrom>
                          <a:clrTo>
                            <a:srgbClr val="000000"/>
                          </a:clrTo>
                        </a:clrChange>
                      </a:blip>
                      <a:stretch>
                        <a:fillRect/>
                      </a:stretch>
                    </p:blipFill>
                    <p:spPr>
                      <a:xfrm>
                        <a:off x="3502025" y="3517900"/>
                        <a:ext cx="4973638" cy="1022350"/>
                      </a:xfrm>
                      <a:prstGeom prst="rect">
                        <a:avLst/>
                      </a:prstGeom>
                      <a:noFill/>
                      <a:ln w="38100">
                        <a:noFill/>
                        <a:miter/>
                      </a:ln>
                    </p:spPr>
                  </p:pic>
                </p:oleObj>
              </mc:Fallback>
            </mc:AlternateContent>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5473" name="Picture 2"/>
          <p:cNvPicPr/>
          <p:nvPr/>
        </p:nvPicPr>
        <p:blipFill>
          <a:blip r:embed="rId1"/>
          <a:stretch>
            <a:fillRect/>
          </a:stretch>
        </p:blipFill>
        <p:spPr>
          <a:xfrm>
            <a:off x="357188" y="1008063"/>
            <a:ext cx="7850187" cy="5832475"/>
          </a:xfrm>
          <a:prstGeom prst="rect">
            <a:avLst/>
          </a:prstGeom>
          <a:noFill/>
          <a:ln w="9525">
            <a:noFill/>
          </a:ln>
        </p:spPr>
      </p:pic>
      <p:sp>
        <p:nvSpPr>
          <p:cNvPr id="105474" name="Line 3"/>
          <p:cNvSpPr/>
          <p:nvPr/>
        </p:nvSpPr>
        <p:spPr>
          <a:xfrm flipV="1">
            <a:off x="1538288" y="1466850"/>
            <a:ext cx="0" cy="4591050"/>
          </a:xfrm>
          <a:prstGeom prst="line">
            <a:avLst/>
          </a:prstGeom>
          <a:ln w="25400" cap="flat" cmpd="sng">
            <a:solidFill>
              <a:schemeClr val="tx1"/>
            </a:solidFill>
            <a:prstDash val="solid"/>
            <a:round/>
            <a:headEnd type="none" w="sm" len="sm"/>
            <a:tailEnd type="none" w="sm" len="sm"/>
          </a:ln>
        </p:spPr>
      </p:sp>
      <p:sp>
        <p:nvSpPr>
          <p:cNvPr id="105475" name="Rectangle 4"/>
          <p:cNvSpPr/>
          <p:nvPr/>
        </p:nvSpPr>
        <p:spPr>
          <a:xfrm>
            <a:off x="903288" y="1103313"/>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05476" name="Rectangle 5"/>
          <p:cNvSpPr/>
          <p:nvPr/>
        </p:nvSpPr>
        <p:spPr>
          <a:xfrm>
            <a:off x="5684838" y="6056313"/>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05477" name="Rectangle 6"/>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Technical Rate-of-Substitution; A Cobb-Douglas Example</a:t>
            </a:r>
            <a:endParaRPr lang="en-US" altLang="zh-CN" dirty="0">
              <a:ea typeface="宋体" panose="02010600030101010101" pitchFamily="2" charset="-122"/>
            </a:endParaRPr>
          </a:p>
        </p:txBody>
      </p:sp>
      <p:graphicFrame>
        <p:nvGraphicFramePr>
          <p:cNvPr id="105478" name="Object 0"/>
          <p:cNvGraphicFramePr/>
          <p:nvPr/>
        </p:nvGraphicFramePr>
        <p:xfrm>
          <a:off x="2819400" y="2403475"/>
          <a:ext cx="6296025" cy="1031875"/>
        </p:xfrm>
        <a:graphic>
          <a:graphicData uri="http://schemas.openxmlformats.org/presentationml/2006/ole">
            <mc:AlternateContent xmlns:mc="http://schemas.openxmlformats.org/markup-compatibility/2006">
              <mc:Choice xmlns:v="urn:schemas-microsoft-com:vml" Requires="v">
                <p:oleObj spid="_x0000_s3157" name="" r:id="rId2" imgW="3505200" imgH="622935" progId="Equation.2">
                  <p:embed/>
                </p:oleObj>
              </mc:Choice>
              <mc:Fallback>
                <p:oleObj name="" r:id="rId2" imgW="3505200" imgH="622935" progId="Equation.2">
                  <p:embed/>
                  <p:pic>
                    <p:nvPicPr>
                      <p:cNvPr id="0" name="图片 3156"/>
                      <p:cNvPicPr/>
                      <p:nvPr/>
                    </p:nvPicPr>
                    <p:blipFill>
                      <a:blip r:embed="rId3">
                        <a:clrChange>
                          <a:clrFrom>
                            <a:srgbClr val="000000"/>
                          </a:clrFrom>
                          <a:clrTo>
                            <a:srgbClr val="FFFF00"/>
                          </a:clrTo>
                        </a:clrChange>
                      </a:blip>
                      <a:stretch>
                        <a:fillRect/>
                      </a:stretch>
                    </p:blipFill>
                    <p:spPr>
                      <a:xfrm>
                        <a:off x="2819400" y="2403475"/>
                        <a:ext cx="6296025" cy="1031875"/>
                      </a:xfrm>
                      <a:prstGeom prst="rect">
                        <a:avLst/>
                      </a:prstGeom>
                      <a:noFill/>
                      <a:ln w="38100">
                        <a:noFill/>
                        <a:miter/>
                      </a:ln>
                    </p:spPr>
                  </p:pic>
                </p:oleObj>
              </mc:Fallback>
            </mc:AlternateContent>
          </a:graphicData>
        </a:graphic>
      </p:graphicFrame>
      <p:graphicFrame>
        <p:nvGraphicFramePr>
          <p:cNvPr id="105479" name="Object 1"/>
          <p:cNvGraphicFramePr/>
          <p:nvPr/>
        </p:nvGraphicFramePr>
        <p:xfrm>
          <a:off x="2809875" y="1298575"/>
          <a:ext cx="6019800" cy="966788"/>
        </p:xfrm>
        <a:graphic>
          <a:graphicData uri="http://schemas.openxmlformats.org/presentationml/2006/ole">
            <mc:AlternateContent xmlns:mc="http://schemas.openxmlformats.org/markup-compatibility/2006">
              <mc:Choice xmlns:v="urn:schemas-microsoft-com:vml" Requires="v">
                <p:oleObj spid="_x0000_s3160" name="" r:id="rId4" imgW="3209290" imgH="561975" progId="Equation.2">
                  <p:embed/>
                </p:oleObj>
              </mc:Choice>
              <mc:Fallback>
                <p:oleObj name="" r:id="rId4" imgW="3209290" imgH="561975" progId="Equation.2">
                  <p:embed/>
                  <p:pic>
                    <p:nvPicPr>
                      <p:cNvPr id="0" name="图片 3159"/>
                      <p:cNvPicPr/>
                      <p:nvPr/>
                    </p:nvPicPr>
                    <p:blipFill>
                      <a:blip r:embed="rId5">
                        <a:clrChange>
                          <a:clrFrom>
                            <a:srgbClr val="000000"/>
                          </a:clrFrom>
                          <a:clrTo>
                            <a:srgbClr val="FFFF00"/>
                          </a:clrTo>
                        </a:clrChange>
                      </a:blip>
                      <a:stretch>
                        <a:fillRect/>
                      </a:stretch>
                    </p:blipFill>
                    <p:spPr>
                      <a:xfrm>
                        <a:off x="2809875" y="1298575"/>
                        <a:ext cx="6019800" cy="966788"/>
                      </a:xfrm>
                      <a:prstGeom prst="rect">
                        <a:avLst/>
                      </a:prstGeom>
                      <a:noFill/>
                      <a:ln w="38100">
                        <a:noFill/>
                        <a:miter/>
                      </a:ln>
                    </p:spPr>
                  </p:pic>
                </p:oleObj>
              </mc:Fallback>
            </mc:AlternateContent>
          </a:graphicData>
        </a:graphic>
      </p:graphicFrame>
      <p:sp>
        <p:nvSpPr>
          <p:cNvPr id="105480" name="Line 9"/>
          <p:cNvSpPr/>
          <p:nvPr/>
        </p:nvSpPr>
        <p:spPr>
          <a:xfrm>
            <a:off x="4551363" y="4851400"/>
            <a:ext cx="0" cy="1217613"/>
          </a:xfrm>
          <a:prstGeom prst="line">
            <a:avLst/>
          </a:prstGeom>
          <a:ln w="25400" cap="flat" cmpd="sng">
            <a:solidFill>
              <a:schemeClr val="tx1"/>
            </a:solidFill>
            <a:prstDash val="dash"/>
            <a:round/>
            <a:headEnd type="none" w="sm" len="sm"/>
            <a:tailEnd type="none" w="sm" len="sm"/>
          </a:ln>
        </p:spPr>
      </p:sp>
      <p:sp>
        <p:nvSpPr>
          <p:cNvPr id="105481" name="Line 10"/>
          <p:cNvSpPr/>
          <p:nvPr/>
        </p:nvSpPr>
        <p:spPr>
          <a:xfrm flipH="1">
            <a:off x="1547813" y="4854575"/>
            <a:ext cx="3003550" cy="0"/>
          </a:xfrm>
          <a:prstGeom prst="line">
            <a:avLst/>
          </a:prstGeom>
          <a:ln w="25400" cap="flat" cmpd="sng">
            <a:solidFill>
              <a:schemeClr val="tx1"/>
            </a:solidFill>
            <a:prstDash val="dash"/>
            <a:round/>
            <a:headEnd type="none" w="sm" len="sm"/>
            <a:tailEnd type="none" w="sm" len="sm"/>
          </a:ln>
        </p:spPr>
      </p:sp>
      <p:sp>
        <p:nvSpPr>
          <p:cNvPr id="105482" name="Rectangle 11"/>
          <p:cNvSpPr/>
          <p:nvPr/>
        </p:nvSpPr>
        <p:spPr>
          <a:xfrm>
            <a:off x="1089025" y="4548188"/>
            <a:ext cx="4095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6</a:t>
            </a:r>
            <a:endParaRPr lang="en-US" altLang="zh-CN" dirty="0">
              <a:solidFill>
                <a:schemeClr val="tx1"/>
              </a:solidFill>
              <a:latin typeface="Arial" panose="020B0604020202020204" pitchFamily="34" charset="0"/>
              <a:ea typeface="宋体" panose="02010600030101010101" pitchFamily="2" charset="-122"/>
            </a:endParaRPr>
          </a:p>
        </p:txBody>
      </p:sp>
      <p:sp>
        <p:nvSpPr>
          <p:cNvPr id="105483" name="Rectangle 12"/>
          <p:cNvSpPr/>
          <p:nvPr/>
        </p:nvSpPr>
        <p:spPr>
          <a:xfrm>
            <a:off x="4198938" y="6146800"/>
            <a:ext cx="636587"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12</a:t>
            </a:r>
            <a:endParaRPr lang="en-US" altLang="zh-CN" dirty="0">
              <a:solidFill>
                <a:schemeClr val="tx1"/>
              </a:solidFill>
              <a:latin typeface="Arial" panose="020B0604020202020204" pitchFamily="34" charset="0"/>
              <a:ea typeface="宋体" panose="02010600030101010101" pitchFamily="2" charset="-122"/>
            </a:endParaRPr>
          </a:p>
        </p:txBody>
      </p:sp>
      <p:sp>
        <p:nvSpPr>
          <p:cNvPr id="105484" name="Line 13"/>
          <p:cNvSpPr/>
          <p:nvPr/>
        </p:nvSpPr>
        <p:spPr>
          <a:xfrm>
            <a:off x="3921125" y="4652963"/>
            <a:ext cx="1184275" cy="471487"/>
          </a:xfrm>
          <a:prstGeom prst="line">
            <a:avLst/>
          </a:prstGeom>
          <a:ln w="25400" cap="flat" cmpd="sng">
            <a:solidFill>
              <a:schemeClr val="tx1"/>
            </a:solidFill>
            <a:prstDash val="solid"/>
            <a:round/>
            <a:headEnd type="none" w="sm" len="sm"/>
            <a:tailEnd type="none" w="sm" len="sm"/>
          </a:ln>
        </p:spPr>
      </p:sp>
      <p:sp>
        <p:nvSpPr>
          <p:cNvPr id="105485" name="Oval 14"/>
          <p:cNvSpPr/>
          <p:nvPr/>
        </p:nvSpPr>
        <p:spPr>
          <a:xfrm>
            <a:off x="4438650" y="4740275"/>
            <a:ext cx="201613" cy="201613"/>
          </a:xfrm>
          <a:prstGeom prst="ellipse">
            <a:avLst/>
          </a:prstGeom>
          <a:solidFill>
            <a:srgbClr val="33CC33"/>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graphicFrame>
        <p:nvGraphicFramePr>
          <p:cNvPr id="105486" name="Object 2"/>
          <p:cNvGraphicFramePr/>
          <p:nvPr/>
        </p:nvGraphicFramePr>
        <p:xfrm>
          <a:off x="3513138" y="3517900"/>
          <a:ext cx="5275262" cy="1012825"/>
        </p:xfrm>
        <a:graphic>
          <a:graphicData uri="http://schemas.openxmlformats.org/presentationml/2006/ole">
            <mc:AlternateContent xmlns:mc="http://schemas.openxmlformats.org/markup-compatibility/2006">
              <mc:Choice xmlns:v="urn:schemas-microsoft-com:vml" Requires="v">
                <p:oleObj spid="_x0000_s3161" name="" r:id="rId6" imgW="2947670" imgH="622935" progId="Equation.2">
                  <p:embed/>
                </p:oleObj>
              </mc:Choice>
              <mc:Fallback>
                <p:oleObj name="" r:id="rId6" imgW="2947670" imgH="622935" progId="Equation.2">
                  <p:embed/>
                  <p:pic>
                    <p:nvPicPr>
                      <p:cNvPr id="0" name="图片 3160"/>
                      <p:cNvPicPr/>
                      <p:nvPr/>
                    </p:nvPicPr>
                    <p:blipFill>
                      <a:blip r:embed="rId7">
                        <a:clrChange>
                          <a:clrFrom>
                            <a:srgbClr val="000000"/>
                          </a:clrFrom>
                          <a:clrTo>
                            <a:srgbClr val="000000"/>
                          </a:clrTo>
                        </a:clrChange>
                      </a:blip>
                      <a:stretch>
                        <a:fillRect/>
                      </a:stretch>
                    </p:blipFill>
                    <p:spPr>
                      <a:xfrm>
                        <a:off x="3513138" y="3517900"/>
                        <a:ext cx="5275262" cy="1012825"/>
                      </a:xfrm>
                      <a:prstGeom prst="rect">
                        <a:avLst/>
                      </a:prstGeom>
                      <a:noFill/>
                      <a:ln w="38100">
                        <a:noFill/>
                        <a:miter/>
                      </a:ln>
                    </p:spPr>
                  </p:pic>
                </p:oleObj>
              </mc:Fallback>
            </mc:AlternateContent>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Well-Behaved Technologies</a:t>
            </a:r>
            <a:r>
              <a:rPr lang="zh-CN" altLang="en-US" dirty="0">
                <a:ea typeface="宋体" panose="02010600030101010101" pitchFamily="2" charset="-122"/>
              </a:rPr>
              <a:t>良态技术</a:t>
            </a:r>
            <a:endParaRPr lang="en-US" altLang="zh-CN" dirty="0">
              <a:ea typeface="宋体" panose="02010600030101010101" pitchFamily="2" charset="-122"/>
            </a:endParaRPr>
          </a:p>
        </p:txBody>
      </p:sp>
      <p:sp>
        <p:nvSpPr>
          <p:cNvPr id="106498"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a:t>
            </a:r>
            <a:r>
              <a:rPr lang="en-US" altLang="zh-CN" dirty="0">
                <a:solidFill>
                  <a:srgbClr val="FFFF00"/>
                </a:solidFill>
                <a:ea typeface="宋体" panose="02010600030101010101" pitchFamily="2" charset="-122"/>
              </a:rPr>
              <a:t>well-behaved</a:t>
            </a:r>
            <a:r>
              <a:rPr lang="en-US" altLang="zh-CN" dirty="0">
                <a:ea typeface="宋体" panose="02010600030101010101" pitchFamily="2" charset="-122"/>
              </a:rPr>
              <a:t> technology is</a:t>
            </a:r>
            <a:endParaRPr lang="en-US" altLang="zh-CN" dirty="0">
              <a:ea typeface="宋体" panose="02010600030101010101" pitchFamily="2" charset="-122"/>
            </a:endParaRPr>
          </a:p>
          <a:p>
            <a:pPr lvl="1"/>
            <a:r>
              <a:rPr lang="en-US" altLang="zh-CN" dirty="0">
                <a:solidFill>
                  <a:srgbClr val="FFFF00"/>
                </a:solidFill>
                <a:ea typeface="宋体" panose="02010600030101010101" pitchFamily="2" charset="-122"/>
              </a:rPr>
              <a:t>Monotonic</a:t>
            </a:r>
            <a:r>
              <a:rPr lang="zh-CN" altLang="en-US" dirty="0">
                <a:solidFill>
                  <a:srgbClr val="FFFF00"/>
                </a:solidFill>
                <a:ea typeface="宋体" panose="02010600030101010101" pitchFamily="2" charset="-122"/>
              </a:rPr>
              <a:t>单调性</a:t>
            </a:r>
            <a:r>
              <a:rPr lang="en-US" altLang="zh-CN" dirty="0">
                <a:ea typeface="宋体" panose="02010600030101010101" pitchFamily="2" charset="-122"/>
              </a:rPr>
              <a:t>, and</a:t>
            </a:r>
            <a:endParaRPr lang="en-US" altLang="zh-CN" dirty="0">
              <a:ea typeface="宋体" panose="02010600030101010101" pitchFamily="2" charset="-122"/>
            </a:endParaRPr>
          </a:p>
          <a:p>
            <a:pPr lvl="1"/>
            <a:r>
              <a:rPr lang="en-US" altLang="zh-CN" dirty="0">
                <a:solidFill>
                  <a:srgbClr val="FFFF00"/>
                </a:solidFill>
                <a:ea typeface="宋体" panose="02010600030101010101" pitchFamily="2" charset="-122"/>
              </a:rPr>
              <a:t>Convex</a:t>
            </a:r>
            <a:r>
              <a:rPr lang="zh-CN" altLang="en-US" dirty="0">
                <a:solidFill>
                  <a:srgbClr val="FFFF00"/>
                </a:solidFill>
                <a:ea typeface="宋体" panose="02010600030101010101" pitchFamily="2" charset="-122"/>
              </a:rPr>
              <a:t>凸性</a:t>
            </a:r>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Well-Behaved Technologies – Monotonicity</a:t>
            </a:r>
            <a:r>
              <a:rPr lang="zh-CN" altLang="en-US" dirty="0">
                <a:ea typeface="宋体" panose="02010600030101010101" pitchFamily="2" charset="-122"/>
              </a:rPr>
              <a:t>单调性</a:t>
            </a:r>
            <a:endParaRPr lang="en-US" altLang="zh-CN" dirty="0">
              <a:ea typeface="宋体" panose="02010600030101010101" pitchFamily="2" charset="-122"/>
            </a:endParaRPr>
          </a:p>
        </p:txBody>
      </p:sp>
      <p:sp>
        <p:nvSpPr>
          <p:cNvPr id="107522"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Monotonicity:  More of </a:t>
            </a:r>
            <a:r>
              <a:rPr lang="en-US" altLang="zh-CN" dirty="0">
                <a:solidFill>
                  <a:srgbClr val="FFFF00"/>
                </a:solidFill>
                <a:ea typeface="宋体" panose="02010600030101010101" pitchFamily="2" charset="-122"/>
              </a:rPr>
              <a:t>any</a:t>
            </a:r>
            <a:r>
              <a:rPr lang="en-US" altLang="zh-CN" dirty="0">
                <a:ea typeface="宋体" panose="02010600030101010101" pitchFamily="2" charset="-122"/>
              </a:rPr>
              <a:t> input generates more output. </a:t>
            </a:r>
            <a:endParaRPr lang="en-US" altLang="zh-CN" dirty="0">
              <a:ea typeface="宋体" panose="02010600030101010101" pitchFamily="2" charset="-122"/>
            </a:endParaRPr>
          </a:p>
        </p:txBody>
      </p:sp>
      <p:sp>
        <p:nvSpPr>
          <p:cNvPr id="107523" name="Line 4"/>
          <p:cNvSpPr/>
          <p:nvPr/>
        </p:nvSpPr>
        <p:spPr>
          <a:xfrm>
            <a:off x="738188" y="3584575"/>
            <a:ext cx="0" cy="1905000"/>
          </a:xfrm>
          <a:prstGeom prst="line">
            <a:avLst/>
          </a:prstGeom>
          <a:ln w="12700" cap="flat" cmpd="sng">
            <a:solidFill>
              <a:schemeClr val="tx1"/>
            </a:solidFill>
            <a:prstDash val="solid"/>
            <a:round/>
            <a:headEnd type="stealth" w="med" len="lg"/>
            <a:tailEnd type="none" w="sm" len="sm"/>
          </a:ln>
        </p:spPr>
      </p:sp>
      <p:sp>
        <p:nvSpPr>
          <p:cNvPr id="107524" name="Line 5"/>
          <p:cNvSpPr/>
          <p:nvPr/>
        </p:nvSpPr>
        <p:spPr>
          <a:xfrm>
            <a:off x="738188" y="5500688"/>
            <a:ext cx="2405062" cy="0"/>
          </a:xfrm>
          <a:prstGeom prst="line">
            <a:avLst/>
          </a:prstGeom>
          <a:ln w="12700" cap="flat" cmpd="sng">
            <a:solidFill>
              <a:schemeClr val="tx1"/>
            </a:solidFill>
            <a:prstDash val="solid"/>
            <a:round/>
            <a:headEnd type="none" w="sm" len="sm"/>
            <a:tailEnd type="stealth" w="med" len="lg"/>
          </a:ln>
        </p:spPr>
      </p:sp>
      <p:sp>
        <p:nvSpPr>
          <p:cNvPr id="107525" name="Rectangle 6"/>
          <p:cNvSpPr/>
          <p:nvPr/>
        </p:nvSpPr>
        <p:spPr>
          <a:xfrm>
            <a:off x="241300" y="3351213"/>
            <a:ext cx="4095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y</a:t>
            </a:r>
            <a:endParaRPr lang="en-US" altLang="zh-CN" dirty="0">
              <a:solidFill>
                <a:schemeClr val="tx1"/>
              </a:solidFill>
              <a:latin typeface="Arial" panose="020B0604020202020204" pitchFamily="34" charset="0"/>
              <a:ea typeface="宋体" panose="02010600030101010101" pitchFamily="2" charset="-122"/>
            </a:endParaRPr>
          </a:p>
        </p:txBody>
      </p:sp>
      <p:sp>
        <p:nvSpPr>
          <p:cNvPr id="107526" name="Rectangle 7"/>
          <p:cNvSpPr/>
          <p:nvPr/>
        </p:nvSpPr>
        <p:spPr>
          <a:xfrm>
            <a:off x="2884488" y="5589588"/>
            <a:ext cx="409575"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endParaRPr lang="en-US" altLang="zh-CN" dirty="0">
              <a:solidFill>
                <a:schemeClr val="tx1"/>
              </a:solidFill>
              <a:latin typeface="Arial" panose="020B0604020202020204" pitchFamily="34" charset="0"/>
              <a:ea typeface="宋体" panose="02010600030101010101" pitchFamily="2" charset="-122"/>
            </a:endParaRPr>
          </a:p>
        </p:txBody>
      </p:sp>
      <p:sp>
        <p:nvSpPr>
          <p:cNvPr id="107527" name="Line 8"/>
          <p:cNvSpPr/>
          <p:nvPr/>
        </p:nvSpPr>
        <p:spPr>
          <a:xfrm>
            <a:off x="4762500" y="3586163"/>
            <a:ext cx="0" cy="1905000"/>
          </a:xfrm>
          <a:prstGeom prst="line">
            <a:avLst/>
          </a:prstGeom>
          <a:ln w="12700" cap="flat" cmpd="sng">
            <a:solidFill>
              <a:schemeClr val="tx1"/>
            </a:solidFill>
            <a:prstDash val="solid"/>
            <a:round/>
            <a:headEnd type="stealth" w="med" len="lg"/>
            <a:tailEnd type="none" w="sm" len="sm"/>
          </a:ln>
        </p:spPr>
      </p:sp>
      <p:sp>
        <p:nvSpPr>
          <p:cNvPr id="107528" name="Line 9"/>
          <p:cNvSpPr/>
          <p:nvPr/>
        </p:nvSpPr>
        <p:spPr>
          <a:xfrm>
            <a:off x="4762500" y="5502275"/>
            <a:ext cx="2405063" cy="0"/>
          </a:xfrm>
          <a:prstGeom prst="line">
            <a:avLst/>
          </a:prstGeom>
          <a:ln w="12700" cap="flat" cmpd="sng">
            <a:solidFill>
              <a:schemeClr val="tx1"/>
            </a:solidFill>
            <a:prstDash val="solid"/>
            <a:round/>
            <a:headEnd type="none" w="sm" len="sm"/>
            <a:tailEnd type="stealth" w="med" len="lg"/>
          </a:ln>
        </p:spPr>
      </p:sp>
      <p:sp>
        <p:nvSpPr>
          <p:cNvPr id="107529" name="Rectangle 10"/>
          <p:cNvSpPr/>
          <p:nvPr/>
        </p:nvSpPr>
        <p:spPr>
          <a:xfrm>
            <a:off x="4265613" y="3352800"/>
            <a:ext cx="40957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y</a:t>
            </a:r>
            <a:endParaRPr lang="en-US" altLang="zh-CN" dirty="0">
              <a:solidFill>
                <a:schemeClr val="tx1"/>
              </a:solidFill>
              <a:latin typeface="Arial" panose="020B0604020202020204" pitchFamily="34" charset="0"/>
              <a:ea typeface="宋体" panose="02010600030101010101" pitchFamily="2" charset="-122"/>
            </a:endParaRPr>
          </a:p>
        </p:txBody>
      </p:sp>
      <p:sp>
        <p:nvSpPr>
          <p:cNvPr id="107530" name="Rectangle 11"/>
          <p:cNvSpPr/>
          <p:nvPr/>
        </p:nvSpPr>
        <p:spPr>
          <a:xfrm>
            <a:off x="6908800" y="5591175"/>
            <a:ext cx="409575"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endParaRPr lang="en-US" altLang="zh-CN" dirty="0">
              <a:solidFill>
                <a:schemeClr val="tx1"/>
              </a:solidFill>
              <a:latin typeface="Arial" panose="020B0604020202020204" pitchFamily="34" charset="0"/>
              <a:ea typeface="宋体" panose="02010600030101010101" pitchFamily="2" charset="-122"/>
            </a:endParaRPr>
          </a:p>
        </p:txBody>
      </p:sp>
      <p:sp>
        <p:nvSpPr>
          <p:cNvPr id="107531" name="Arc 12"/>
          <p:cNvSpPr/>
          <p:nvPr/>
        </p:nvSpPr>
        <p:spPr>
          <a:xfrm rot="10020000">
            <a:off x="673100" y="4514850"/>
            <a:ext cx="2405063" cy="1047750"/>
          </a:xfrm>
          <a:custGeom>
            <a:avLst/>
            <a:gdLst/>
            <a:ahLst/>
            <a:cxnLst>
              <a:cxn ang="0">
                <a:pos x="2147483646" y="2147483646"/>
              </a:cxn>
              <a:cxn ang="0">
                <a:pos x="0" y="2147483646"/>
              </a:cxn>
              <a:cxn ang="0">
                <a:pos x="0" y="0"/>
              </a:cxn>
            </a:cxnLst>
            <a:pathLst>
              <a:path w="20386" h="21600" fill="none">
                <a:moveTo>
                  <a:pt x="20386" y="7138"/>
                </a:moveTo>
                <a:cubicBezTo>
                  <a:pt x="17353" y="15800"/>
                  <a:pt x="9177" y="21599"/>
                  <a:pt x="0" y="21600"/>
                </a:cubicBezTo>
              </a:path>
              <a:path w="20386" h="21600" stroke="0">
                <a:moveTo>
                  <a:pt x="20386" y="7138"/>
                </a:moveTo>
                <a:cubicBezTo>
                  <a:pt x="17353" y="15800"/>
                  <a:pt x="9177" y="21599"/>
                  <a:pt x="0" y="21600"/>
                </a:cubicBezTo>
                <a:lnTo>
                  <a:pt x="0" y="0"/>
                </a:lnTo>
                <a:lnTo>
                  <a:pt x="20386" y="7138"/>
                </a:lnTo>
                <a:close/>
              </a:path>
            </a:pathLst>
          </a:custGeom>
          <a:noFill/>
          <a:ln w="50800" cap="rnd" cmpd="sng">
            <a:solidFill>
              <a:schemeClr val="tx1"/>
            </a:solidFill>
            <a:prstDash val="solid"/>
            <a:round/>
            <a:headEnd type="none" w="sm" len="sm"/>
            <a:tailEnd type="none" w="sm" len="sm"/>
          </a:ln>
        </p:spPr>
        <p:txBody>
          <a:bodyPr/>
          <a:p>
            <a:endParaRPr lang="zh-CN" altLang="en-US"/>
          </a:p>
        </p:txBody>
      </p:sp>
      <p:sp>
        <p:nvSpPr>
          <p:cNvPr id="107532" name="Rectangle 13"/>
          <p:cNvSpPr/>
          <p:nvPr/>
        </p:nvSpPr>
        <p:spPr>
          <a:xfrm>
            <a:off x="847725" y="3767138"/>
            <a:ext cx="226060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monotonic</a:t>
            </a:r>
            <a:endParaRPr lang="en-US" altLang="zh-CN" dirty="0">
              <a:solidFill>
                <a:schemeClr val="tx1"/>
              </a:solidFill>
              <a:latin typeface="Arial" panose="020B0604020202020204" pitchFamily="34" charset="0"/>
              <a:ea typeface="宋体" panose="02010600030101010101" pitchFamily="2" charset="-122"/>
            </a:endParaRPr>
          </a:p>
        </p:txBody>
      </p:sp>
      <p:sp>
        <p:nvSpPr>
          <p:cNvPr id="107533" name="Arc 14"/>
          <p:cNvSpPr/>
          <p:nvPr/>
        </p:nvSpPr>
        <p:spPr>
          <a:xfrm rot="10800000">
            <a:off x="4787900" y="4064000"/>
            <a:ext cx="2185988" cy="1447800"/>
          </a:xfrm>
          <a:custGeom>
            <a:avLst/>
            <a:gdLst/>
            <a:ahLst/>
            <a:cxnLst>
              <a:cxn ang="0">
                <a:pos x="2147483646" y="2147483646"/>
              </a:cxn>
              <a:cxn ang="0">
                <a:pos x="0" y="2147483646"/>
              </a:cxn>
              <a:cxn ang="0">
                <a:pos x="2147483646" y="0"/>
              </a:cxn>
            </a:cxnLst>
            <a:pathLst>
              <a:path w="37478" h="21600" fill="none">
                <a:moveTo>
                  <a:pt x="37478" y="190"/>
                </a:moveTo>
                <a:cubicBezTo>
                  <a:pt x="37373" y="12044"/>
                  <a:pt x="27734" y="21599"/>
                  <a:pt x="15879" y="21600"/>
                </a:cubicBezTo>
                <a:cubicBezTo>
                  <a:pt x="9846" y="21600"/>
                  <a:pt x="4089" y="19077"/>
                  <a:pt x="0" y="14642"/>
                </a:cubicBezTo>
              </a:path>
              <a:path w="37478" h="21600" stroke="0">
                <a:moveTo>
                  <a:pt x="37478" y="190"/>
                </a:moveTo>
                <a:cubicBezTo>
                  <a:pt x="37373" y="12044"/>
                  <a:pt x="27734" y="21599"/>
                  <a:pt x="15879" y="21600"/>
                </a:cubicBezTo>
                <a:cubicBezTo>
                  <a:pt x="9846" y="21600"/>
                  <a:pt x="4089" y="19077"/>
                  <a:pt x="0" y="14642"/>
                </a:cubicBezTo>
                <a:lnTo>
                  <a:pt x="15879" y="0"/>
                </a:lnTo>
                <a:lnTo>
                  <a:pt x="37478" y="190"/>
                </a:lnTo>
                <a:close/>
              </a:path>
            </a:pathLst>
          </a:custGeom>
          <a:noFill/>
          <a:ln w="50800" cap="rnd" cmpd="sng">
            <a:solidFill>
              <a:schemeClr val="tx1"/>
            </a:solidFill>
            <a:prstDash val="solid"/>
            <a:round/>
            <a:headEnd type="none" w="sm" len="sm"/>
            <a:tailEnd type="none" w="sm" len="sm"/>
          </a:ln>
        </p:spPr>
        <p:txBody>
          <a:bodyPr/>
          <a:p>
            <a:endParaRPr lang="zh-CN" altLang="en-US"/>
          </a:p>
        </p:txBody>
      </p:sp>
      <p:sp>
        <p:nvSpPr>
          <p:cNvPr id="107534" name="Rectangle 15"/>
          <p:cNvSpPr/>
          <p:nvPr/>
        </p:nvSpPr>
        <p:spPr>
          <a:xfrm>
            <a:off x="5038725" y="4198938"/>
            <a:ext cx="2260600" cy="1066800"/>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      not</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monotonic</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Well-Behaved Technologies – Convexity</a:t>
            </a:r>
            <a:r>
              <a:rPr lang="zh-CN" altLang="en-US" dirty="0">
                <a:ea typeface="宋体" panose="02010600030101010101" pitchFamily="2" charset="-122"/>
              </a:rPr>
              <a:t>凸性</a:t>
            </a:r>
            <a:endParaRPr lang="en-US" altLang="zh-CN" dirty="0">
              <a:ea typeface="宋体" panose="02010600030101010101" pitchFamily="2" charset="-122"/>
            </a:endParaRPr>
          </a:p>
        </p:txBody>
      </p:sp>
      <p:sp>
        <p:nvSpPr>
          <p:cNvPr id="108546" name="Rectangle 3"/>
          <p:cNvSpPr>
            <a:spLocks noGrp="1"/>
          </p:cNvSpPr>
          <p:nvPr>
            <p:ph idx="1"/>
          </p:nvPr>
        </p:nvSpPr>
        <p:spPr>
          <a:ln/>
        </p:spPr>
        <p:txBody>
          <a:bodyPr vert="horz" wrap="square" lIns="92075" tIns="46038" rIns="92075" bIns="46038" anchor="t" anchorCtr="0"/>
          <a:p>
            <a:r>
              <a:rPr lang="en-US" altLang="zh-CN" dirty="0">
                <a:solidFill>
                  <a:srgbClr val="FFFF00"/>
                </a:solidFill>
                <a:ea typeface="宋体" panose="02010600030101010101" pitchFamily="2" charset="-122"/>
              </a:rPr>
              <a:t>Convexity</a:t>
            </a:r>
            <a:r>
              <a:rPr lang="en-US" altLang="zh-CN" dirty="0">
                <a:ea typeface="宋体" panose="02010600030101010101" pitchFamily="2" charset="-122"/>
              </a:rPr>
              <a:t>:  If the input bundles x’ and x” both provide y units of output then the mixture  tx’ + (1-t)x”  provides at least y units of output, for any 0 &lt; t &lt; 1. </a:t>
            </a:r>
            <a:endParaRPr lang="en-US" altLang="zh-CN" dirty="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Well-Behaved Technologies – Convexity</a:t>
            </a:r>
            <a:r>
              <a:rPr lang="zh-CN" altLang="en-US" dirty="0">
                <a:ea typeface="宋体" panose="02010600030101010101" pitchFamily="2" charset="-122"/>
              </a:rPr>
              <a:t>凸性</a:t>
            </a:r>
            <a:endParaRPr lang="en-US" altLang="zh-CN" dirty="0">
              <a:ea typeface="宋体" panose="02010600030101010101" pitchFamily="2" charset="-122"/>
            </a:endParaRPr>
          </a:p>
        </p:txBody>
      </p:sp>
      <p:sp>
        <p:nvSpPr>
          <p:cNvPr id="109570" name="Line 3"/>
          <p:cNvSpPr/>
          <p:nvPr/>
        </p:nvSpPr>
        <p:spPr>
          <a:xfrm>
            <a:off x="1428750" y="1571625"/>
            <a:ext cx="0" cy="3548063"/>
          </a:xfrm>
          <a:prstGeom prst="line">
            <a:avLst/>
          </a:prstGeom>
          <a:ln w="12700" cap="flat" cmpd="sng">
            <a:solidFill>
              <a:schemeClr val="tx1"/>
            </a:solidFill>
            <a:prstDash val="solid"/>
            <a:round/>
            <a:headEnd type="stealth" w="med" len="lg"/>
            <a:tailEnd type="none" w="sm" len="sm"/>
          </a:ln>
        </p:spPr>
      </p:sp>
      <p:sp>
        <p:nvSpPr>
          <p:cNvPr id="109571" name="Line 4"/>
          <p:cNvSpPr/>
          <p:nvPr/>
        </p:nvSpPr>
        <p:spPr>
          <a:xfrm>
            <a:off x="1428750" y="5143500"/>
            <a:ext cx="4000500" cy="0"/>
          </a:xfrm>
          <a:prstGeom prst="line">
            <a:avLst/>
          </a:prstGeom>
          <a:ln w="12700" cap="flat" cmpd="sng">
            <a:solidFill>
              <a:schemeClr val="tx1"/>
            </a:solidFill>
            <a:prstDash val="solid"/>
            <a:round/>
            <a:headEnd type="none" w="sm" len="sm"/>
            <a:tailEnd type="stealth" w="med" len="lg"/>
          </a:ln>
        </p:spPr>
      </p:sp>
      <p:sp>
        <p:nvSpPr>
          <p:cNvPr id="109572" name="Arc 5"/>
          <p:cNvSpPr/>
          <p:nvPr/>
        </p:nvSpPr>
        <p:spPr>
          <a:xfrm rot="10800000">
            <a:off x="1924050" y="1812925"/>
            <a:ext cx="3503613" cy="2957513"/>
          </a:xfrm>
          <a:custGeom>
            <a:avLst/>
            <a:gdLst/>
            <a:ahLst/>
            <a:cxnLst>
              <a:cxn ang="0">
                <a:pos x="2147483646" y="0"/>
              </a:cxn>
              <a:cxn ang="0">
                <a:pos x="2147483646" y="2147483646"/>
              </a:cxn>
              <a:cxn ang="0">
                <a:pos x="0" y="2147483646"/>
              </a:cxn>
            </a:cxnLst>
            <a:pathLst>
              <a:path w="21382" h="21053" fill="none">
                <a:moveTo>
                  <a:pt x="4831" y="0"/>
                </a:moveTo>
                <a:cubicBezTo>
                  <a:pt x="13537" y="1998"/>
                  <a:pt x="20114" y="9147"/>
                  <a:pt x="21381" y="17989"/>
                </a:cubicBezTo>
              </a:path>
              <a:path w="21382" h="21053" stroke="0">
                <a:moveTo>
                  <a:pt x="4831" y="0"/>
                </a:moveTo>
                <a:cubicBezTo>
                  <a:pt x="13537" y="1998"/>
                  <a:pt x="20114" y="9147"/>
                  <a:pt x="21381" y="17989"/>
                </a:cubicBezTo>
                <a:lnTo>
                  <a:pt x="0" y="21053"/>
                </a:lnTo>
                <a:lnTo>
                  <a:pt x="4831" y="0"/>
                </a:lnTo>
                <a:close/>
              </a:path>
            </a:pathLst>
          </a:custGeom>
          <a:noFill/>
          <a:ln w="25400" cap="rnd" cmpd="sng">
            <a:solidFill>
              <a:schemeClr val="tx1"/>
            </a:solidFill>
            <a:prstDash val="solid"/>
            <a:round/>
            <a:headEnd type="none" w="sm" len="sm"/>
            <a:tailEnd type="none" w="sm" len="sm"/>
          </a:ln>
        </p:spPr>
        <p:txBody>
          <a:bodyPr/>
          <a:p>
            <a:endParaRPr lang="zh-CN" altLang="en-US"/>
          </a:p>
        </p:txBody>
      </p:sp>
      <p:sp>
        <p:nvSpPr>
          <p:cNvPr id="109573" name="Rectangle 6"/>
          <p:cNvSpPr/>
          <p:nvPr/>
        </p:nvSpPr>
        <p:spPr>
          <a:xfrm>
            <a:off x="788988" y="1398588"/>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09574" name="Rectangle 7"/>
          <p:cNvSpPr/>
          <p:nvPr/>
        </p:nvSpPr>
        <p:spPr>
          <a:xfrm>
            <a:off x="5265738" y="5232400"/>
            <a:ext cx="55721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09575" name="Line 8"/>
          <p:cNvSpPr/>
          <p:nvPr/>
        </p:nvSpPr>
        <p:spPr>
          <a:xfrm>
            <a:off x="2133600" y="2867025"/>
            <a:ext cx="0" cy="2279650"/>
          </a:xfrm>
          <a:prstGeom prst="line">
            <a:avLst/>
          </a:prstGeom>
          <a:ln w="12700" cap="flat" cmpd="sng">
            <a:solidFill>
              <a:schemeClr val="tx1"/>
            </a:solidFill>
            <a:prstDash val="dash"/>
            <a:round/>
            <a:headEnd type="none" w="sm" len="sm"/>
            <a:tailEnd type="none" w="sm" len="sm"/>
          </a:ln>
        </p:spPr>
      </p:sp>
      <p:sp>
        <p:nvSpPr>
          <p:cNvPr id="109576" name="Line 9"/>
          <p:cNvSpPr/>
          <p:nvPr/>
        </p:nvSpPr>
        <p:spPr>
          <a:xfrm flipH="1">
            <a:off x="1425575" y="2867025"/>
            <a:ext cx="708025" cy="0"/>
          </a:xfrm>
          <a:prstGeom prst="line">
            <a:avLst/>
          </a:prstGeom>
          <a:ln w="12700" cap="flat" cmpd="sng">
            <a:solidFill>
              <a:schemeClr val="tx1"/>
            </a:solidFill>
            <a:prstDash val="dash"/>
            <a:round/>
            <a:headEnd type="none" w="sm" len="sm"/>
            <a:tailEnd type="none" w="sm" len="sm"/>
          </a:ln>
        </p:spPr>
      </p:sp>
      <p:sp>
        <p:nvSpPr>
          <p:cNvPr id="109577" name="Oval 10"/>
          <p:cNvSpPr/>
          <p:nvPr/>
        </p:nvSpPr>
        <p:spPr>
          <a:xfrm>
            <a:off x="2019300" y="2738438"/>
            <a:ext cx="238125" cy="23812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09578" name="Line 11"/>
          <p:cNvSpPr/>
          <p:nvPr/>
        </p:nvSpPr>
        <p:spPr>
          <a:xfrm>
            <a:off x="4110038" y="4583113"/>
            <a:ext cx="0" cy="547687"/>
          </a:xfrm>
          <a:prstGeom prst="line">
            <a:avLst/>
          </a:prstGeom>
          <a:ln w="12700" cap="flat" cmpd="sng">
            <a:solidFill>
              <a:schemeClr val="tx1"/>
            </a:solidFill>
            <a:prstDash val="dash"/>
            <a:round/>
            <a:headEnd type="none" w="sm" len="sm"/>
            <a:tailEnd type="none" w="sm" len="sm"/>
          </a:ln>
        </p:spPr>
      </p:sp>
      <p:sp>
        <p:nvSpPr>
          <p:cNvPr id="109579" name="Line 12"/>
          <p:cNvSpPr/>
          <p:nvPr/>
        </p:nvSpPr>
        <p:spPr>
          <a:xfrm flipH="1">
            <a:off x="1425575" y="4583113"/>
            <a:ext cx="2684463" cy="0"/>
          </a:xfrm>
          <a:prstGeom prst="line">
            <a:avLst/>
          </a:prstGeom>
          <a:ln w="12700" cap="flat" cmpd="sng">
            <a:solidFill>
              <a:schemeClr val="tx1"/>
            </a:solidFill>
            <a:prstDash val="dash"/>
            <a:round/>
            <a:headEnd type="none" w="sm" len="sm"/>
            <a:tailEnd type="none" w="sm" len="sm"/>
          </a:ln>
        </p:spPr>
      </p:sp>
      <p:graphicFrame>
        <p:nvGraphicFramePr>
          <p:cNvPr id="109580" name="Object 14"/>
          <p:cNvGraphicFramePr/>
          <p:nvPr/>
        </p:nvGraphicFramePr>
        <p:xfrm>
          <a:off x="979488" y="2524125"/>
          <a:ext cx="384175" cy="536575"/>
        </p:xfrm>
        <a:graphic>
          <a:graphicData uri="http://schemas.openxmlformats.org/presentationml/2006/ole">
            <mc:AlternateContent xmlns:mc="http://schemas.openxmlformats.org/markup-compatibility/2006">
              <mc:Choice xmlns:v="urn:schemas-microsoft-com:vml" Requires="v">
                <p:oleObj spid="_x0000_s3165" name="" r:id="rId1" imgW="265430" imgH="370205" progId="Equation.2">
                  <p:embed/>
                </p:oleObj>
              </mc:Choice>
              <mc:Fallback>
                <p:oleObj name="" r:id="rId1" imgW="265430" imgH="370205" progId="Equation.2">
                  <p:embed/>
                  <p:pic>
                    <p:nvPicPr>
                      <p:cNvPr id="0" name="图片 3164"/>
                      <p:cNvPicPr/>
                      <p:nvPr/>
                    </p:nvPicPr>
                    <p:blipFill>
                      <a:blip r:embed="rId2">
                        <a:clrChange>
                          <a:clrFrom>
                            <a:srgbClr val="000000"/>
                          </a:clrFrom>
                          <a:clrTo>
                            <a:srgbClr val="000000"/>
                          </a:clrTo>
                        </a:clrChange>
                      </a:blip>
                      <a:stretch>
                        <a:fillRect/>
                      </a:stretch>
                    </p:blipFill>
                    <p:spPr>
                      <a:xfrm>
                        <a:off x="979488" y="2524125"/>
                        <a:ext cx="384175" cy="536575"/>
                      </a:xfrm>
                      <a:prstGeom prst="rect">
                        <a:avLst/>
                      </a:prstGeom>
                      <a:noFill/>
                      <a:ln w="38100">
                        <a:noFill/>
                        <a:miter/>
                      </a:ln>
                    </p:spPr>
                  </p:pic>
                </p:oleObj>
              </mc:Fallback>
            </mc:AlternateContent>
          </a:graphicData>
        </a:graphic>
      </p:graphicFrame>
      <p:graphicFrame>
        <p:nvGraphicFramePr>
          <p:cNvPr id="109581" name="Object 15"/>
          <p:cNvGraphicFramePr/>
          <p:nvPr/>
        </p:nvGraphicFramePr>
        <p:xfrm>
          <a:off x="1974850" y="5194300"/>
          <a:ext cx="349250" cy="527050"/>
        </p:xfrm>
        <a:graphic>
          <a:graphicData uri="http://schemas.openxmlformats.org/presentationml/2006/ole">
            <mc:AlternateContent xmlns:mc="http://schemas.openxmlformats.org/markup-compatibility/2006">
              <mc:Choice xmlns:v="urn:schemas-microsoft-com:vml" Requires="v">
                <p:oleObj spid="_x0000_s3162" name="" r:id="rId3" imgW="248285" imgH="370205" progId="Equation.2">
                  <p:embed/>
                </p:oleObj>
              </mc:Choice>
              <mc:Fallback>
                <p:oleObj name="" r:id="rId3" imgW="248285" imgH="370205" progId="Equation.2">
                  <p:embed/>
                  <p:pic>
                    <p:nvPicPr>
                      <p:cNvPr id="0" name="图片 3161"/>
                      <p:cNvPicPr/>
                      <p:nvPr/>
                    </p:nvPicPr>
                    <p:blipFill>
                      <a:blip r:embed="rId4">
                        <a:clrChange>
                          <a:clrFrom>
                            <a:srgbClr val="000000"/>
                          </a:clrFrom>
                          <a:clrTo>
                            <a:srgbClr val="000000"/>
                          </a:clrTo>
                        </a:clrChange>
                      </a:blip>
                      <a:stretch>
                        <a:fillRect/>
                      </a:stretch>
                    </p:blipFill>
                    <p:spPr>
                      <a:xfrm>
                        <a:off x="1974850" y="5194300"/>
                        <a:ext cx="349250" cy="527050"/>
                      </a:xfrm>
                      <a:prstGeom prst="rect">
                        <a:avLst/>
                      </a:prstGeom>
                      <a:noFill/>
                      <a:ln w="38100">
                        <a:noFill/>
                        <a:miter/>
                      </a:ln>
                    </p:spPr>
                  </p:pic>
                </p:oleObj>
              </mc:Fallback>
            </mc:AlternateContent>
          </a:graphicData>
        </a:graphic>
      </p:graphicFrame>
      <p:graphicFrame>
        <p:nvGraphicFramePr>
          <p:cNvPr id="109582" name="Object 16"/>
          <p:cNvGraphicFramePr/>
          <p:nvPr/>
        </p:nvGraphicFramePr>
        <p:xfrm>
          <a:off x="979488" y="4238625"/>
          <a:ext cx="384175" cy="536575"/>
        </p:xfrm>
        <a:graphic>
          <a:graphicData uri="http://schemas.openxmlformats.org/presentationml/2006/ole">
            <mc:AlternateContent xmlns:mc="http://schemas.openxmlformats.org/markup-compatibility/2006">
              <mc:Choice xmlns:v="urn:schemas-microsoft-com:vml" Requires="v">
                <p:oleObj spid="_x0000_s3163" name="" r:id="rId5" imgW="265430" imgH="370205" progId="Equation.2">
                  <p:embed/>
                </p:oleObj>
              </mc:Choice>
              <mc:Fallback>
                <p:oleObj name="" r:id="rId5" imgW="265430" imgH="370205" progId="Equation.2">
                  <p:embed/>
                  <p:pic>
                    <p:nvPicPr>
                      <p:cNvPr id="0" name="图片 3162"/>
                      <p:cNvPicPr/>
                      <p:nvPr/>
                    </p:nvPicPr>
                    <p:blipFill>
                      <a:blip r:embed="rId6">
                        <a:clrChange>
                          <a:clrFrom>
                            <a:srgbClr val="000000"/>
                          </a:clrFrom>
                          <a:clrTo>
                            <a:srgbClr val="000000"/>
                          </a:clrTo>
                        </a:clrChange>
                      </a:blip>
                      <a:stretch>
                        <a:fillRect/>
                      </a:stretch>
                    </p:blipFill>
                    <p:spPr>
                      <a:xfrm>
                        <a:off x="979488" y="4238625"/>
                        <a:ext cx="384175" cy="536575"/>
                      </a:xfrm>
                      <a:prstGeom prst="rect">
                        <a:avLst/>
                      </a:prstGeom>
                      <a:noFill/>
                      <a:ln w="38100">
                        <a:noFill/>
                        <a:miter/>
                      </a:ln>
                    </p:spPr>
                  </p:pic>
                </p:oleObj>
              </mc:Fallback>
            </mc:AlternateContent>
          </a:graphicData>
        </a:graphic>
      </p:graphicFrame>
      <p:graphicFrame>
        <p:nvGraphicFramePr>
          <p:cNvPr id="109583" name="Object 17"/>
          <p:cNvGraphicFramePr/>
          <p:nvPr/>
        </p:nvGraphicFramePr>
        <p:xfrm>
          <a:off x="3913188" y="5194300"/>
          <a:ext cx="363537" cy="527050"/>
        </p:xfrm>
        <a:graphic>
          <a:graphicData uri="http://schemas.openxmlformats.org/presentationml/2006/ole">
            <mc:AlternateContent xmlns:mc="http://schemas.openxmlformats.org/markup-compatibility/2006">
              <mc:Choice xmlns:v="urn:schemas-microsoft-com:vml" Requires="v">
                <p:oleObj spid="_x0000_s3164" name="" r:id="rId7" imgW="257175" imgH="370205" progId="Equation.2">
                  <p:embed/>
                </p:oleObj>
              </mc:Choice>
              <mc:Fallback>
                <p:oleObj name="" r:id="rId7" imgW="257175" imgH="370205" progId="Equation.2">
                  <p:embed/>
                  <p:pic>
                    <p:nvPicPr>
                      <p:cNvPr id="0" name="图片 3163"/>
                      <p:cNvPicPr/>
                      <p:nvPr/>
                    </p:nvPicPr>
                    <p:blipFill>
                      <a:blip r:embed="rId8">
                        <a:clrChange>
                          <a:clrFrom>
                            <a:srgbClr val="000000"/>
                          </a:clrFrom>
                          <a:clrTo>
                            <a:srgbClr val="000000"/>
                          </a:clrTo>
                        </a:clrChange>
                      </a:blip>
                      <a:stretch>
                        <a:fillRect/>
                      </a:stretch>
                    </p:blipFill>
                    <p:spPr>
                      <a:xfrm>
                        <a:off x="3913188" y="5194300"/>
                        <a:ext cx="363537" cy="527050"/>
                      </a:xfrm>
                      <a:prstGeom prst="rect">
                        <a:avLst/>
                      </a:prstGeom>
                      <a:noFill/>
                      <a:ln w="38100">
                        <a:noFill/>
                        <a:miter/>
                      </a:ln>
                    </p:spPr>
                  </p:pic>
                </p:oleObj>
              </mc:Fallback>
            </mc:AlternateContent>
          </a:graphicData>
        </a:graphic>
      </p:graphicFrame>
      <p:sp>
        <p:nvSpPr>
          <p:cNvPr id="109584" name="Rectangle 18"/>
          <p:cNvSpPr/>
          <p:nvPr/>
        </p:nvSpPr>
        <p:spPr>
          <a:xfrm>
            <a:off x="4740275" y="4502150"/>
            <a:ext cx="124460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y</a:t>
            </a:r>
            <a:r>
              <a:rPr lang="en-US" altLang="zh-CN" dirty="0">
                <a:solidFill>
                  <a:schemeClr val="tx1"/>
                </a:solidFill>
                <a:latin typeface="Symbol" panose="05050102010706020507" pitchFamily="18" charset="2"/>
                <a:ea typeface="宋体" panose="02010600030101010101" pitchFamily="2" charset="-122"/>
              </a:rPr>
              <a:t>º100</a:t>
            </a:r>
            <a:endParaRPr lang="en-US" altLang="zh-CN" dirty="0">
              <a:solidFill>
                <a:schemeClr val="tx1"/>
              </a:solidFill>
              <a:latin typeface="Symbol" panose="05050102010706020507" pitchFamily="18" charset="2"/>
              <a:ea typeface="宋体" panose="02010600030101010101" pitchFamily="2" charset="-122"/>
            </a:endParaRPr>
          </a:p>
        </p:txBody>
      </p:sp>
      <p:sp>
        <p:nvSpPr>
          <p:cNvPr id="109585" name="Oval 20"/>
          <p:cNvSpPr/>
          <p:nvPr/>
        </p:nvSpPr>
        <p:spPr>
          <a:xfrm>
            <a:off x="3990975" y="4471988"/>
            <a:ext cx="238125" cy="23812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Well-Behaved Technologies – Convexity</a:t>
            </a:r>
            <a:r>
              <a:rPr lang="zh-CN" altLang="en-US" dirty="0">
                <a:ea typeface="宋体" panose="02010600030101010101" pitchFamily="2" charset="-122"/>
              </a:rPr>
              <a:t>凸性</a:t>
            </a:r>
            <a:endParaRPr lang="en-US" altLang="zh-CN" dirty="0">
              <a:ea typeface="宋体" panose="02010600030101010101" pitchFamily="2" charset="-122"/>
            </a:endParaRPr>
          </a:p>
        </p:txBody>
      </p:sp>
      <p:sp>
        <p:nvSpPr>
          <p:cNvPr id="110594" name="Line 3"/>
          <p:cNvSpPr/>
          <p:nvPr/>
        </p:nvSpPr>
        <p:spPr>
          <a:xfrm>
            <a:off x="1428750" y="1571625"/>
            <a:ext cx="0" cy="3548063"/>
          </a:xfrm>
          <a:prstGeom prst="line">
            <a:avLst/>
          </a:prstGeom>
          <a:ln w="12700" cap="flat" cmpd="sng">
            <a:solidFill>
              <a:schemeClr val="tx1"/>
            </a:solidFill>
            <a:prstDash val="solid"/>
            <a:round/>
            <a:headEnd type="stealth" w="med" len="lg"/>
            <a:tailEnd type="none" w="sm" len="sm"/>
          </a:ln>
        </p:spPr>
      </p:sp>
      <p:sp>
        <p:nvSpPr>
          <p:cNvPr id="110595" name="Line 4"/>
          <p:cNvSpPr/>
          <p:nvPr/>
        </p:nvSpPr>
        <p:spPr>
          <a:xfrm>
            <a:off x="1428750" y="5143500"/>
            <a:ext cx="4000500" cy="0"/>
          </a:xfrm>
          <a:prstGeom prst="line">
            <a:avLst/>
          </a:prstGeom>
          <a:ln w="12700" cap="flat" cmpd="sng">
            <a:solidFill>
              <a:schemeClr val="tx1"/>
            </a:solidFill>
            <a:prstDash val="solid"/>
            <a:round/>
            <a:headEnd type="none" w="sm" len="sm"/>
            <a:tailEnd type="stealth" w="med" len="lg"/>
          </a:ln>
        </p:spPr>
      </p:sp>
      <p:sp>
        <p:nvSpPr>
          <p:cNvPr id="110596" name="Arc 5"/>
          <p:cNvSpPr/>
          <p:nvPr/>
        </p:nvSpPr>
        <p:spPr>
          <a:xfrm rot="10800000">
            <a:off x="1924050" y="1812925"/>
            <a:ext cx="3503613" cy="2957513"/>
          </a:xfrm>
          <a:custGeom>
            <a:avLst/>
            <a:gdLst/>
            <a:ahLst/>
            <a:cxnLst>
              <a:cxn ang="0">
                <a:pos x="2147483646" y="0"/>
              </a:cxn>
              <a:cxn ang="0">
                <a:pos x="2147483646" y="2147483646"/>
              </a:cxn>
              <a:cxn ang="0">
                <a:pos x="0" y="2147483646"/>
              </a:cxn>
            </a:cxnLst>
            <a:pathLst>
              <a:path w="21382" h="21053" fill="none">
                <a:moveTo>
                  <a:pt x="4831" y="0"/>
                </a:moveTo>
                <a:cubicBezTo>
                  <a:pt x="13537" y="1998"/>
                  <a:pt x="20114" y="9147"/>
                  <a:pt x="21381" y="17989"/>
                </a:cubicBezTo>
              </a:path>
              <a:path w="21382" h="21053" stroke="0">
                <a:moveTo>
                  <a:pt x="4831" y="0"/>
                </a:moveTo>
                <a:cubicBezTo>
                  <a:pt x="13537" y="1998"/>
                  <a:pt x="20114" y="9147"/>
                  <a:pt x="21381" y="17989"/>
                </a:cubicBezTo>
                <a:lnTo>
                  <a:pt x="0" y="21053"/>
                </a:lnTo>
                <a:lnTo>
                  <a:pt x="4831" y="0"/>
                </a:lnTo>
                <a:close/>
              </a:path>
            </a:pathLst>
          </a:custGeom>
          <a:noFill/>
          <a:ln w="25400" cap="rnd" cmpd="sng">
            <a:solidFill>
              <a:schemeClr val="tx1"/>
            </a:solidFill>
            <a:prstDash val="solid"/>
            <a:round/>
            <a:headEnd type="none" w="sm" len="sm"/>
            <a:tailEnd type="none" w="sm" len="sm"/>
          </a:ln>
        </p:spPr>
        <p:txBody>
          <a:bodyPr/>
          <a:p>
            <a:endParaRPr lang="zh-CN" altLang="en-US"/>
          </a:p>
        </p:txBody>
      </p:sp>
      <p:sp>
        <p:nvSpPr>
          <p:cNvPr id="110597" name="Rectangle 6"/>
          <p:cNvSpPr/>
          <p:nvPr/>
        </p:nvSpPr>
        <p:spPr>
          <a:xfrm>
            <a:off x="788988" y="1398588"/>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10598" name="Rectangle 7"/>
          <p:cNvSpPr/>
          <p:nvPr/>
        </p:nvSpPr>
        <p:spPr>
          <a:xfrm>
            <a:off x="5265738" y="5232400"/>
            <a:ext cx="55721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10599" name="Line 8"/>
          <p:cNvSpPr/>
          <p:nvPr/>
        </p:nvSpPr>
        <p:spPr>
          <a:xfrm>
            <a:off x="2133600" y="2867025"/>
            <a:ext cx="0" cy="2279650"/>
          </a:xfrm>
          <a:prstGeom prst="line">
            <a:avLst/>
          </a:prstGeom>
          <a:ln w="12700" cap="flat" cmpd="sng">
            <a:solidFill>
              <a:schemeClr val="tx1"/>
            </a:solidFill>
            <a:prstDash val="dash"/>
            <a:round/>
            <a:headEnd type="none" w="sm" len="sm"/>
            <a:tailEnd type="none" w="sm" len="sm"/>
          </a:ln>
        </p:spPr>
      </p:sp>
      <p:sp>
        <p:nvSpPr>
          <p:cNvPr id="110600" name="Line 9"/>
          <p:cNvSpPr/>
          <p:nvPr/>
        </p:nvSpPr>
        <p:spPr>
          <a:xfrm flipH="1">
            <a:off x="1425575" y="2867025"/>
            <a:ext cx="708025" cy="0"/>
          </a:xfrm>
          <a:prstGeom prst="line">
            <a:avLst/>
          </a:prstGeom>
          <a:ln w="12700" cap="flat" cmpd="sng">
            <a:solidFill>
              <a:schemeClr val="tx1"/>
            </a:solidFill>
            <a:prstDash val="dash"/>
            <a:round/>
            <a:headEnd type="none" w="sm" len="sm"/>
            <a:tailEnd type="none" w="sm" len="sm"/>
          </a:ln>
        </p:spPr>
      </p:sp>
      <p:sp>
        <p:nvSpPr>
          <p:cNvPr id="110601" name="Line 10"/>
          <p:cNvSpPr/>
          <p:nvPr/>
        </p:nvSpPr>
        <p:spPr>
          <a:xfrm>
            <a:off x="4110038" y="4583113"/>
            <a:ext cx="0" cy="547687"/>
          </a:xfrm>
          <a:prstGeom prst="line">
            <a:avLst/>
          </a:prstGeom>
          <a:ln w="12700" cap="flat" cmpd="sng">
            <a:solidFill>
              <a:schemeClr val="tx1"/>
            </a:solidFill>
            <a:prstDash val="dash"/>
            <a:round/>
            <a:headEnd type="none" w="sm" len="sm"/>
            <a:tailEnd type="none" w="sm" len="sm"/>
          </a:ln>
        </p:spPr>
      </p:sp>
      <p:sp>
        <p:nvSpPr>
          <p:cNvPr id="110602" name="Line 11"/>
          <p:cNvSpPr/>
          <p:nvPr/>
        </p:nvSpPr>
        <p:spPr>
          <a:xfrm flipH="1">
            <a:off x="1425575" y="4583113"/>
            <a:ext cx="2684463" cy="0"/>
          </a:xfrm>
          <a:prstGeom prst="line">
            <a:avLst/>
          </a:prstGeom>
          <a:ln w="12700" cap="flat" cmpd="sng">
            <a:solidFill>
              <a:schemeClr val="tx1"/>
            </a:solidFill>
            <a:prstDash val="dash"/>
            <a:round/>
            <a:headEnd type="none" w="sm" len="sm"/>
            <a:tailEnd type="none" w="sm" len="sm"/>
          </a:ln>
        </p:spPr>
      </p:sp>
      <p:graphicFrame>
        <p:nvGraphicFramePr>
          <p:cNvPr id="110603" name="Object 0"/>
          <p:cNvGraphicFramePr/>
          <p:nvPr/>
        </p:nvGraphicFramePr>
        <p:xfrm>
          <a:off x="979488" y="2524125"/>
          <a:ext cx="384175" cy="536575"/>
        </p:xfrm>
        <a:graphic>
          <a:graphicData uri="http://schemas.openxmlformats.org/presentationml/2006/ole">
            <mc:AlternateContent xmlns:mc="http://schemas.openxmlformats.org/markup-compatibility/2006">
              <mc:Choice xmlns:v="urn:schemas-microsoft-com:vml" Requires="v">
                <p:oleObj spid="_x0000_s3201" name="" r:id="rId1" imgW="265430" imgH="370205" progId="Equation.2">
                  <p:embed/>
                </p:oleObj>
              </mc:Choice>
              <mc:Fallback>
                <p:oleObj name="" r:id="rId1" imgW="265430" imgH="370205" progId="Equation.2">
                  <p:embed/>
                  <p:pic>
                    <p:nvPicPr>
                      <p:cNvPr id="0" name="图片 3200"/>
                      <p:cNvPicPr/>
                      <p:nvPr/>
                    </p:nvPicPr>
                    <p:blipFill>
                      <a:blip r:embed="rId2">
                        <a:clrChange>
                          <a:clrFrom>
                            <a:srgbClr val="000000"/>
                          </a:clrFrom>
                          <a:clrTo>
                            <a:srgbClr val="000000"/>
                          </a:clrTo>
                        </a:clrChange>
                      </a:blip>
                      <a:stretch>
                        <a:fillRect/>
                      </a:stretch>
                    </p:blipFill>
                    <p:spPr>
                      <a:xfrm>
                        <a:off x="979488" y="2524125"/>
                        <a:ext cx="384175" cy="536575"/>
                      </a:xfrm>
                      <a:prstGeom prst="rect">
                        <a:avLst/>
                      </a:prstGeom>
                      <a:noFill/>
                      <a:ln w="38100">
                        <a:noFill/>
                        <a:miter/>
                      </a:ln>
                    </p:spPr>
                  </p:pic>
                </p:oleObj>
              </mc:Fallback>
            </mc:AlternateContent>
          </a:graphicData>
        </a:graphic>
      </p:graphicFrame>
      <p:graphicFrame>
        <p:nvGraphicFramePr>
          <p:cNvPr id="110604" name="Object 1"/>
          <p:cNvGraphicFramePr/>
          <p:nvPr/>
        </p:nvGraphicFramePr>
        <p:xfrm>
          <a:off x="1974850" y="5194300"/>
          <a:ext cx="349250" cy="527050"/>
        </p:xfrm>
        <a:graphic>
          <a:graphicData uri="http://schemas.openxmlformats.org/presentationml/2006/ole">
            <mc:AlternateContent xmlns:mc="http://schemas.openxmlformats.org/markup-compatibility/2006">
              <mc:Choice xmlns:v="urn:schemas-microsoft-com:vml" Requires="v">
                <p:oleObj spid="_x0000_s3202" name="" r:id="rId3" imgW="248285" imgH="370205" progId="Equation.2">
                  <p:embed/>
                </p:oleObj>
              </mc:Choice>
              <mc:Fallback>
                <p:oleObj name="" r:id="rId3" imgW="248285" imgH="370205" progId="Equation.2">
                  <p:embed/>
                  <p:pic>
                    <p:nvPicPr>
                      <p:cNvPr id="0" name="图片 3201"/>
                      <p:cNvPicPr/>
                      <p:nvPr/>
                    </p:nvPicPr>
                    <p:blipFill>
                      <a:blip r:embed="rId4">
                        <a:clrChange>
                          <a:clrFrom>
                            <a:srgbClr val="000000"/>
                          </a:clrFrom>
                          <a:clrTo>
                            <a:srgbClr val="000000"/>
                          </a:clrTo>
                        </a:clrChange>
                      </a:blip>
                      <a:stretch>
                        <a:fillRect/>
                      </a:stretch>
                    </p:blipFill>
                    <p:spPr>
                      <a:xfrm>
                        <a:off x="1974850" y="5194300"/>
                        <a:ext cx="349250" cy="527050"/>
                      </a:xfrm>
                      <a:prstGeom prst="rect">
                        <a:avLst/>
                      </a:prstGeom>
                      <a:noFill/>
                      <a:ln w="38100">
                        <a:noFill/>
                        <a:miter/>
                      </a:ln>
                    </p:spPr>
                  </p:pic>
                </p:oleObj>
              </mc:Fallback>
            </mc:AlternateContent>
          </a:graphicData>
        </a:graphic>
      </p:graphicFrame>
      <p:graphicFrame>
        <p:nvGraphicFramePr>
          <p:cNvPr id="110605" name="Object 2"/>
          <p:cNvGraphicFramePr/>
          <p:nvPr/>
        </p:nvGraphicFramePr>
        <p:xfrm>
          <a:off x="979488" y="4238625"/>
          <a:ext cx="384175" cy="536575"/>
        </p:xfrm>
        <a:graphic>
          <a:graphicData uri="http://schemas.openxmlformats.org/presentationml/2006/ole">
            <mc:AlternateContent xmlns:mc="http://schemas.openxmlformats.org/markup-compatibility/2006">
              <mc:Choice xmlns:v="urn:schemas-microsoft-com:vml" Requires="v">
                <p:oleObj spid="_x0000_s3203" name="" r:id="rId5" imgW="265430" imgH="370205" progId="Equation.2">
                  <p:embed/>
                </p:oleObj>
              </mc:Choice>
              <mc:Fallback>
                <p:oleObj name="" r:id="rId5" imgW="265430" imgH="370205" progId="Equation.2">
                  <p:embed/>
                  <p:pic>
                    <p:nvPicPr>
                      <p:cNvPr id="0" name="图片 3202"/>
                      <p:cNvPicPr/>
                      <p:nvPr/>
                    </p:nvPicPr>
                    <p:blipFill>
                      <a:blip r:embed="rId6">
                        <a:clrChange>
                          <a:clrFrom>
                            <a:srgbClr val="000000"/>
                          </a:clrFrom>
                          <a:clrTo>
                            <a:srgbClr val="000000"/>
                          </a:clrTo>
                        </a:clrChange>
                      </a:blip>
                      <a:stretch>
                        <a:fillRect/>
                      </a:stretch>
                    </p:blipFill>
                    <p:spPr>
                      <a:xfrm>
                        <a:off x="979488" y="4238625"/>
                        <a:ext cx="384175" cy="536575"/>
                      </a:xfrm>
                      <a:prstGeom prst="rect">
                        <a:avLst/>
                      </a:prstGeom>
                      <a:noFill/>
                      <a:ln w="38100">
                        <a:noFill/>
                        <a:miter/>
                      </a:ln>
                    </p:spPr>
                  </p:pic>
                </p:oleObj>
              </mc:Fallback>
            </mc:AlternateContent>
          </a:graphicData>
        </a:graphic>
      </p:graphicFrame>
      <p:graphicFrame>
        <p:nvGraphicFramePr>
          <p:cNvPr id="110606" name="Object 3"/>
          <p:cNvGraphicFramePr/>
          <p:nvPr/>
        </p:nvGraphicFramePr>
        <p:xfrm>
          <a:off x="3913188" y="5194300"/>
          <a:ext cx="363537" cy="527050"/>
        </p:xfrm>
        <a:graphic>
          <a:graphicData uri="http://schemas.openxmlformats.org/presentationml/2006/ole">
            <mc:AlternateContent xmlns:mc="http://schemas.openxmlformats.org/markup-compatibility/2006">
              <mc:Choice xmlns:v="urn:schemas-microsoft-com:vml" Requires="v">
                <p:oleObj spid="_x0000_s3204" name="" r:id="rId7" imgW="257175" imgH="370205" progId="Equation.2">
                  <p:embed/>
                </p:oleObj>
              </mc:Choice>
              <mc:Fallback>
                <p:oleObj name="" r:id="rId7" imgW="257175" imgH="370205" progId="Equation.2">
                  <p:embed/>
                  <p:pic>
                    <p:nvPicPr>
                      <p:cNvPr id="0" name="图片 3203"/>
                      <p:cNvPicPr/>
                      <p:nvPr/>
                    </p:nvPicPr>
                    <p:blipFill>
                      <a:blip r:embed="rId8">
                        <a:clrChange>
                          <a:clrFrom>
                            <a:srgbClr val="000000"/>
                          </a:clrFrom>
                          <a:clrTo>
                            <a:srgbClr val="000000"/>
                          </a:clrTo>
                        </a:clrChange>
                      </a:blip>
                      <a:stretch>
                        <a:fillRect/>
                      </a:stretch>
                    </p:blipFill>
                    <p:spPr>
                      <a:xfrm>
                        <a:off x="3913188" y="5194300"/>
                        <a:ext cx="363537" cy="527050"/>
                      </a:xfrm>
                      <a:prstGeom prst="rect">
                        <a:avLst/>
                      </a:prstGeom>
                      <a:noFill/>
                      <a:ln w="38100">
                        <a:noFill/>
                        <a:miter/>
                      </a:ln>
                    </p:spPr>
                  </p:pic>
                </p:oleObj>
              </mc:Fallback>
            </mc:AlternateContent>
          </a:graphicData>
        </a:graphic>
      </p:graphicFrame>
      <p:graphicFrame>
        <p:nvGraphicFramePr>
          <p:cNvPr id="110607" name="Object 4"/>
          <p:cNvGraphicFramePr/>
          <p:nvPr/>
        </p:nvGraphicFramePr>
        <p:xfrm>
          <a:off x="3640138" y="3454400"/>
          <a:ext cx="4702175" cy="701675"/>
        </p:xfrm>
        <a:graphic>
          <a:graphicData uri="http://schemas.openxmlformats.org/presentationml/2006/ole">
            <mc:AlternateContent xmlns:mc="http://schemas.openxmlformats.org/markup-compatibility/2006">
              <mc:Choice xmlns:v="urn:schemas-microsoft-com:vml" Requires="v">
                <p:oleObj spid="_x0000_s3205" name="" r:id="rId9" imgW="3226435" imgH="483235" progId="Equation.2">
                  <p:embed/>
                </p:oleObj>
              </mc:Choice>
              <mc:Fallback>
                <p:oleObj name="" r:id="rId9" imgW="3226435" imgH="483235" progId="Equation.2">
                  <p:embed/>
                  <p:pic>
                    <p:nvPicPr>
                      <p:cNvPr id="0" name="图片 3204"/>
                      <p:cNvPicPr/>
                      <p:nvPr/>
                    </p:nvPicPr>
                    <p:blipFill>
                      <a:blip r:embed="rId10">
                        <a:clrChange>
                          <a:clrFrom>
                            <a:srgbClr val="000000"/>
                          </a:clrFrom>
                          <a:clrTo>
                            <a:srgbClr val="FFFF00"/>
                          </a:clrTo>
                        </a:clrChange>
                      </a:blip>
                      <a:stretch>
                        <a:fillRect/>
                      </a:stretch>
                    </p:blipFill>
                    <p:spPr>
                      <a:xfrm>
                        <a:off x="3640138" y="3454400"/>
                        <a:ext cx="4702175" cy="701675"/>
                      </a:xfrm>
                      <a:prstGeom prst="rect">
                        <a:avLst/>
                      </a:prstGeom>
                      <a:noFill/>
                      <a:ln w="38100">
                        <a:noFill/>
                        <a:miter/>
                      </a:ln>
                    </p:spPr>
                  </p:pic>
                </p:oleObj>
              </mc:Fallback>
            </mc:AlternateContent>
          </a:graphicData>
        </a:graphic>
      </p:graphicFrame>
      <p:sp>
        <p:nvSpPr>
          <p:cNvPr id="110608" name="Rectangle 21"/>
          <p:cNvSpPr/>
          <p:nvPr/>
        </p:nvSpPr>
        <p:spPr>
          <a:xfrm>
            <a:off x="4740275" y="4502150"/>
            <a:ext cx="124460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y</a:t>
            </a:r>
            <a:r>
              <a:rPr lang="en-US" altLang="zh-CN" dirty="0">
                <a:solidFill>
                  <a:schemeClr val="tx1"/>
                </a:solidFill>
                <a:latin typeface="Symbol" panose="05050102010706020507" pitchFamily="18" charset="2"/>
                <a:ea typeface="宋体" panose="02010600030101010101" pitchFamily="2" charset="-122"/>
              </a:rPr>
              <a:t>º100</a:t>
            </a:r>
            <a:endParaRPr lang="en-US" altLang="zh-CN" dirty="0">
              <a:solidFill>
                <a:schemeClr val="tx1"/>
              </a:solidFill>
              <a:latin typeface="Symbol" panose="05050102010706020507" pitchFamily="18" charset="2"/>
              <a:ea typeface="宋体" panose="02010600030101010101" pitchFamily="2" charset="-122"/>
            </a:endParaRPr>
          </a:p>
        </p:txBody>
      </p:sp>
      <p:sp>
        <p:nvSpPr>
          <p:cNvPr id="110609" name="Line 22"/>
          <p:cNvSpPr/>
          <p:nvPr/>
        </p:nvSpPr>
        <p:spPr>
          <a:xfrm>
            <a:off x="2147888" y="2867025"/>
            <a:ext cx="1947862" cy="1725613"/>
          </a:xfrm>
          <a:prstGeom prst="line">
            <a:avLst/>
          </a:prstGeom>
          <a:ln w="25400" cap="flat" cmpd="sng">
            <a:solidFill>
              <a:schemeClr val="hlink"/>
            </a:solidFill>
            <a:prstDash val="solid"/>
            <a:round/>
            <a:headEnd type="none" w="sm" len="sm"/>
            <a:tailEnd type="none" w="sm" len="sm"/>
          </a:ln>
        </p:spPr>
      </p:sp>
      <p:sp>
        <p:nvSpPr>
          <p:cNvPr id="110610" name="Oval 23"/>
          <p:cNvSpPr/>
          <p:nvPr/>
        </p:nvSpPr>
        <p:spPr>
          <a:xfrm>
            <a:off x="3990975" y="4471988"/>
            <a:ext cx="238125" cy="23812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10611" name="Oval 19"/>
          <p:cNvSpPr/>
          <p:nvPr/>
        </p:nvSpPr>
        <p:spPr>
          <a:xfrm>
            <a:off x="3332163" y="3878263"/>
            <a:ext cx="238125" cy="238125"/>
          </a:xfrm>
          <a:prstGeom prst="ellipse">
            <a:avLst/>
          </a:prstGeom>
          <a:solidFill>
            <a:srgbClr val="33CC33"/>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10612" name="Oval 17"/>
          <p:cNvSpPr/>
          <p:nvPr/>
        </p:nvSpPr>
        <p:spPr>
          <a:xfrm>
            <a:off x="2019300" y="2738438"/>
            <a:ext cx="238125" cy="23812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Well-Behaved Technologies – Convexity</a:t>
            </a:r>
            <a:r>
              <a:rPr lang="zh-CN" altLang="en-US" dirty="0">
                <a:ea typeface="宋体" panose="02010600030101010101" pitchFamily="2" charset="-122"/>
              </a:rPr>
              <a:t>凸性</a:t>
            </a:r>
            <a:endParaRPr lang="en-US" altLang="zh-CN" dirty="0">
              <a:ea typeface="宋体" panose="02010600030101010101" pitchFamily="2" charset="-122"/>
            </a:endParaRPr>
          </a:p>
        </p:txBody>
      </p:sp>
      <p:sp>
        <p:nvSpPr>
          <p:cNvPr id="111618" name="Line 3"/>
          <p:cNvSpPr/>
          <p:nvPr/>
        </p:nvSpPr>
        <p:spPr>
          <a:xfrm>
            <a:off x="1428750" y="1571625"/>
            <a:ext cx="0" cy="3548063"/>
          </a:xfrm>
          <a:prstGeom prst="line">
            <a:avLst/>
          </a:prstGeom>
          <a:ln w="12700" cap="flat" cmpd="sng">
            <a:solidFill>
              <a:schemeClr val="tx1"/>
            </a:solidFill>
            <a:prstDash val="solid"/>
            <a:round/>
            <a:headEnd type="stealth" w="med" len="lg"/>
            <a:tailEnd type="none" w="sm" len="sm"/>
          </a:ln>
        </p:spPr>
      </p:sp>
      <p:sp>
        <p:nvSpPr>
          <p:cNvPr id="111619" name="Line 4"/>
          <p:cNvSpPr/>
          <p:nvPr/>
        </p:nvSpPr>
        <p:spPr>
          <a:xfrm>
            <a:off x="1428750" y="5143500"/>
            <a:ext cx="4000500" cy="0"/>
          </a:xfrm>
          <a:prstGeom prst="line">
            <a:avLst/>
          </a:prstGeom>
          <a:ln w="12700" cap="flat" cmpd="sng">
            <a:solidFill>
              <a:schemeClr val="tx1"/>
            </a:solidFill>
            <a:prstDash val="solid"/>
            <a:round/>
            <a:headEnd type="none" w="sm" len="sm"/>
            <a:tailEnd type="stealth" w="med" len="lg"/>
          </a:ln>
        </p:spPr>
      </p:sp>
      <p:sp>
        <p:nvSpPr>
          <p:cNvPr id="111620" name="Arc 5"/>
          <p:cNvSpPr/>
          <p:nvPr/>
        </p:nvSpPr>
        <p:spPr>
          <a:xfrm rot="10800000">
            <a:off x="1924050" y="1812925"/>
            <a:ext cx="3503613" cy="2957513"/>
          </a:xfrm>
          <a:custGeom>
            <a:avLst/>
            <a:gdLst/>
            <a:ahLst/>
            <a:cxnLst>
              <a:cxn ang="0">
                <a:pos x="2147483646" y="0"/>
              </a:cxn>
              <a:cxn ang="0">
                <a:pos x="2147483646" y="2147483646"/>
              </a:cxn>
              <a:cxn ang="0">
                <a:pos x="0" y="2147483646"/>
              </a:cxn>
            </a:cxnLst>
            <a:pathLst>
              <a:path w="21382" h="21053" fill="none">
                <a:moveTo>
                  <a:pt x="4831" y="0"/>
                </a:moveTo>
                <a:cubicBezTo>
                  <a:pt x="13537" y="1998"/>
                  <a:pt x="20114" y="9147"/>
                  <a:pt x="21381" y="17989"/>
                </a:cubicBezTo>
              </a:path>
              <a:path w="21382" h="21053" stroke="0">
                <a:moveTo>
                  <a:pt x="4831" y="0"/>
                </a:moveTo>
                <a:cubicBezTo>
                  <a:pt x="13537" y="1998"/>
                  <a:pt x="20114" y="9147"/>
                  <a:pt x="21381" y="17989"/>
                </a:cubicBezTo>
                <a:lnTo>
                  <a:pt x="0" y="21053"/>
                </a:lnTo>
                <a:lnTo>
                  <a:pt x="4831" y="0"/>
                </a:lnTo>
                <a:close/>
              </a:path>
            </a:pathLst>
          </a:custGeom>
          <a:noFill/>
          <a:ln w="25400" cap="rnd" cmpd="sng">
            <a:solidFill>
              <a:schemeClr val="tx1"/>
            </a:solidFill>
            <a:prstDash val="solid"/>
            <a:round/>
            <a:headEnd type="none" w="sm" len="sm"/>
            <a:tailEnd type="none" w="sm" len="sm"/>
          </a:ln>
        </p:spPr>
        <p:txBody>
          <a:bodyPr/>
          <a:p>
            <a:endParaRPr lang="zh-CN" altLang="en-US"/>
          </a:p>
        </p:txBody>
      </p:sp>
      <p:sp>
        <p:nvSpPr>
          <p:cNvPr id="111621" name="Rectangle 6"/>
          <p:cNvSpPr/>
          <p:nvPr/>
        </p:nvSpPr>
        <p:spPr>
          <a:xfrm>
            <a:off x="788988" y="1398588"/>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11622" name="Rectangle 7"/>
          <p:cNvSpPr/>
          <p:nvPr/>
        </p:nvSpPr>
        <p:spPr>
          <a:xfrm>
            <a:off x="5265738" y="5232400"/>
            <a:ext cx="55721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11623" name="Line 8"/>
          <p:cNvSpPr/>
          <p:nvPr/>
        </p:nvSpPr>
        <p:spPr>
          <a:xfrm>
            <a:off x="2133600" y="2867025"/>
            <a:ext cx="0" cy="2279650"/>
          </a:xfrm>
          <a:prstGeom prst="line">
            <a:avLst/>
          </a:prstGeom>
          <a:ln w="12700" cap="flat" cmpd="sng">
            <a:solidFill>
              <a:schemeClr val="tx1"/>
            </a:solidFill>
            <a:prstDash val="dash"/>
            <a:round/>
            <a:headEnd type="none" w="sm" len="sm"/>
            <a:tailEnd type="none" w="sm" len="sm"/>
          </a:ln>
        </p:spPr>
      </p:sp>
      <p:sp>
        <p:nvSpPr>
          <p:cNvPr id="111624" name="Line 9"/>
          <p:cNvSpPr/>
          <p:nvPr/>
        </p:nvSpPr>
        <p:spPr>
          <a:xfrm flipH="1">
            <a:off x="1425575" y="2867025"/>
            <a:ext cx="708025" cy="0"/>
          </a:xfrm>
          <a:prstGeom prst="line">
            <a:avLst/>
          </a:prstGeom>
          <a:ln w="12700" cap="flat" cmpd="sng">
            <a:solidFill>
              <a:schemeClr val="tx1"/>
            </a:solidFill>
            <a:prstDash val="dash"/>
            <a:round/>
            <a:headEnd type="none" w="sm" len="sm"/>
            <a:tailEnd type="none" w="sm" len="sm"/>
          </a:ln>
        </p:spPr>
      </p:sp>
      <p:sp>
        <p:nvSpPr>
          <p:cNvPr id="111625" name="Line 10"/>
          <p:cNvSpPr/>
          <p:nvPr/>
        </p:nvSpPr>
        <p:spPr>
          <a:xfrm>
            <a:off x="4110038" y="4583113"/>
            <a:ext cx="0" cy="547687"/>
          </a:xfrm>
          <a:prstGeom prst="line">
            <a:avLst/>
          </a:prstGeom>
          <a:ln w="12700" cap="flat" cmpd="sng">
            <a:solidFill>
              <a:schemeClr val="tx1"/>
            </a:solidFill>
            <a:prstDash val="dash"/>
            <a:round/>
            <a:headEnd type="none" w="sm" len="sm"/>
            <a:tailEnd type="none" w="sm" len="sm"/>
          </a:ln>
        </p:spPr>
      </p:sp>
      <p:sp>
        <p:nvSpPr>
          <p:cNvPr id="111626" name="Line 11"/>
          <p:cNvSpPr/>
          <p:nvPr/>
        </p:nvSpPr>
        <p:spPr>
          <a:xfrm flipH="1">
            <a:off x="1425575" y="4583113"/>
            <a:ext cx="2684463" cy="0"/>
          </a:xfrm>
          <a:prstGeom prst="line">
            <a:avLst/>
          </a:prstGeom>
          <a:ln w="12700" cap="flat" cmpd="sng">
            <a:solidFill>
              <a:schemeClr val="tx1"/>
            </a:solidFill>
            <a:prstDash val="dash"/>
            <a:round/>
            <a:headEnd type="none" w="sm" len="sm"/>
            <a:tailEnd type="none" w="sm" len="sm"/>
          </a:ln>
        </p:spPr>
      </p:sp>
      <p:graphicFrame>
        <p:nvGraphicFramePr>
          <p:cNvPr id="111627" name="Object 12"/>
          <p:cNvGraphicFramePr/>
          <p:nvPr/>
        </p:nvGraphicFramePr>
        <p:xfrm>
          <a:off x="979488" y="2524125"/>
          <a:ext cx="384175" cy="536575"/>
        </p:xfrm>
        <a:graphic>
          <a:graphicData uri="http://schemas.openxmlformats.org/presentationml/2006/ole">
            <mc:AlternateContent xmlns:mc="http://schemas.openxmlformats.org/markup-compatibility/2006">
              <mc:Choice xmlns:v="urn:schemas-microsoft-com:vml" Requires="v">
                <p:oleObj spid="_x0000_s3210" name="" r:id="rId1" imgW="265430" imgH="370205" progId="Equation.2">
                  <p:embed/>
                </p:oleObj>
              </mc:Choice>
              <mc:Fallback>
                <p:oleObj name="" r:id="rId1" imgW="265430" imgH="370205" progId="Equation.2">
                  <p:embed/>
                  <p:pic>
                    <p:nvPicPr>
                      <p:cNvPr id="0" name="图片 3209"/>
                      <p:cNvPicPr/>
                      <p:nvPr/>
                    </p:nvPicPr>
                    <p:blipFill>
                      <a:blip r:embed="rId2">
                        <a:clrChange>
                          <a:clrFrom>
                            <a:srgbClr val="000000"/>
                          </a:clrFrom>
                          <a:clrTo>
                            <a:srgbClr val="000000"/>
                          </a:clrTo>
                        </a:clrChange>
                      </a:blip>
                      <a:stretch>
                        <a:fillRect/>
                      </a:stretch>
                    </p:blipFill>
                    <p:spPr>
                      <a:xfrm>
                        <a:off x="979488" y="2524125"/>
                        <a:ext cx="384175" cy="536575"/>
                      </a:xfrm>
                      <a:prstGeom prst="rect">
                        <a:avLst/>
                      </a:prstGeom>
                      <a:noFill/>
                      <a:ln w="38100">
                        <a:noFill/>
                        <a:miter/>
                      </a:ln>
                    </p:spPr>
                  </p:pic>
                </p:oleObj>
              </mc:Fallback>
            </mc:AlternateContent>
          </a:graphicData>
        </a:graphic>
      </p:graphicFrame>
      <p:graphicFrame>
        <p:nvGraphicFramePr>
          <p:cNvPr id="111628" name="Object 13"/>
          <p:cNvGraphicFramePr/>
          <p:nvPr/>
        </p:nvGraphicFramePr>
        <p:xfrm>
          <a:off x="1974850" y="5194300"/>
          <a:ext cx="349250" cy="527050"/>
        </p:xfrm>
        <a:graphic>
          <a:graphicData uri="http://schemas.openxmlformats.org/presentationml/2006/ole">
            <mc:AlternateContent xmlns:mc="http://schemas.openxmlformats.org/markup-compatibility/2006">
              <mc:Choice xmlns:v="urn:schemas-microsoft-com:vml" Requires="v">
                <p:oleObj spid="_x0000_s3209" name="" r:id="rId3" imgW="248285" imgH="370205" progId="Equation.2">
                  <p:embed/>
                </p:oleObj>
              </mc:Choice>
              <mc:Fallback>
                <p:oleObj name="" r:id="rId3" imgW="248285" imgH="370205" progId="Equation.2">
                  <p:embed/>
                  <p:pic>
                    <p:nvPicPr>
                      <p:cNvPr id="0" name="图片 3208"/>
                      <p:cNvPicPr/>
                      <p:nvPr/>
                    </p:nvPicPr>
                    <p:blipFill>
                      <a:blip r:embed="rId4">
                        <a:clrChange>
                          <a:clrFrom>
                            <a:srgbClr val="000000"/>
                          </a:clrFrom>
                          <a:clrTo>
                            <a:srgbClr val="000000"/>
                          </a:clrTo>
                        </a:clrChange>
                      </a:blip>
                      <a:stretch>
                        <a:fillRect/>
                      </a:stretch>
                    </p:blipFill>
                    <p:spPr>
                      <a:xfrm>
                        <a:off x="1974850" y="5194300"/>
                        <a:ext cx="349250" cy="527050"/>
                      </a:xfrm>
                      <a:prstGeom prst="rect">
                        <a:avLst/>
                      </a:prstGeom>
                      <a:noFill/>
                      <a:ln w="38100">
                        <a:noFill/>
                        <a:miter/>
                      </a:ln>
                    </p:spPr>
                  </p:pic>
                </p:oleObj>
              </mc:Fallback>
            </mc:AlternateContent>
          </a:graphicData>
        </a:graphic>
      </p:graphicFrame>
      <p:graphicFrame>
        <p:nvGraphicFramePr>
          <p:cNvPr id="111629" name="Object 14"/>
          <p:cNvGraphicFramePr/>
          <p:nvPr/>
        </p:nvGraphicFramePr>
        <p:xfrm>
          <a:off x="979488" y="4238625"/>
          <a:ext cx="384175" cy="536575"/>
        </p:xfrm>
        <a:graphic>
          <a:graphicData uri="http://schemas.openxmlformats.org/presentationml/2006/ole">
            <mc:AlternateContent xmlns:mc="http://schemas.openxmlformats.org/markup-compatibility/2006">
              <mc:Choice xmlns:v="urn:schemas-microsoft-com:vml" Requires="v">
                <p:oleObj spid="_x0000_s3207" name="" r:id="rId5" imgW="265430" imgH="370205" progId="Equation.2">
                  <p:embed/>
                </p:oleObj>
              </mc:Choice>
              <mc:Fallback>
                <p:oleObj name="" r:id="rId5" imgW="265430" imgH="370205" progId="Equation.2">
                  <p:embed/>
                  <p:pic>
                    <p:nvPicPr>
                      <p:cNvPr id="0" name="图片 3206"/>
                      <p:cNvPicPr/>
                      <p:nvPr/>
                    </p:nvPicPr>
                    <p:blipFill>
                      <a:blip r:embed="rId6">
                        <a:clrChange>
                          <a:clrFrom>
                            <a:srgbClr val="000000"/>
                          </a:clrFrom>
                          <a:clrTo>
                            <a:srgbClr val="000000"/>
                          </a:clrTo>
                        </a:clrChange>
                      </a:blip>
                      <a:stretch>
                        <a:fillRect/>
                      </a:stretch>
                    </p:blipFill>
                    <p:spPr>
                      <a:xfrm>
                        <a:off x="979488" y="4238625"/>
                        <a:ext cx="384175" cy="536575"/>
                      </a:xfrm>
                      <a:prstGeom prst="rect">
                        <a:avLst/>
                      </a:prstGeom>
                      <a:noFill/>
                      <a:ln w="38100">
                        <a:noFill/>
                        <a:miter/>
                      </a:ln>
                    </p:spPr>
                  </p:pic>
                </p:oleObj>
              </mc:Fallback>
            </mc:AlternateContent>
          </a:graphicData>
        </a:graphic>
      </p:graphicFrame>
      <p:graphicFrame>
        <p:nvGraphicFramePr>
          <p:cNvPr id="111630" name="Object 15"/>
          <p:cNvGraphicFramePr/>
          <p:nvPr/>
        </p:nvGraphicFramePr>
        <p:xfrm>
          <a:off x="3913188" y="5194300"/>
          <a:ext cx="363537" cy="527050"/>
        </p:xfrm>
        <a:graphic>
          <a:graphicData uri="http://schemas.openxmlformats.org/presentationml/2006/ole">
            <mc:AlternateContent xmlns:mc="http://schemas.openxmlformats.org/markup-compatibility/2006">
              <mc:Choice xmlns:v="urn:schemas-microsoft-com:vml" Requires="v">
                <p:oleObj spid="_x0000_s3208" name="" r:id="rId7" imgW="257175" imgH="370205" progId="Equation.2">
                  <p:embed/>
                </p:oleObj>
              </mc:Choice>
              <mc:Fallback>
                <p:oleObj name="" r:id="rId7" imgW="257175" imgH="370205" progId="Equation.2">
                  <p:embed/>
                  <p:pic>
                    <p:nvPicPr>
                      <p:cNvPr id="0" name="图片 3207"/>
                      <p:cNvPicPr/>
                      <p:nvPr/>
                    </p:nvPicPr>
                    <p:blipFill>
                      <a:blip r:embed="rId8">
                        <a:clrChange>
                          <a:clrFrom>
                            <a:srgbClr val="000000"/>
                          </a:clrFrom>
                          <a:clrTo>
                            <a:srgbClr val="000000"/>
                          </a:clrTo>
                        </a:clrChange>
                      </a:blip>
                      <a:stretch>
                        <a:fillRect/>
                      </a:stretch>
                    </p:blipFill>
                    <p:spPr>
                      <a:xfrm>
                        <a:off x="3913188" y="5194300"/>
                        <a:ext cx="363537" cy="527050"/>
                      </a:xfrm>
                      <a:prstGeom prst="rect">
                        <a:avLst/>
                      </a:prstGeom>
                      <a:noFill/>
                      <a:ln w="38100">
                        <a:noFill/>
                        <a:miter/>
                      </a:ln>
                    </p:spPr>
                  </p:pic>
                </p:oleObj>
              </mc:Fallback>
            </mc:AlternateContent>
          </a:graphicData>
        </a:graphic>
      </p:graphicFrame>
      <p:sp>
        <p:nvSpPr>
          <p:cNvPr id="111631" name="Line 16"/>
          <p:cNvSpPr/>
          <p:nvPr/>
        </p:nvSpPr>
        <p:spPr>
          <a:xfrm>
            <a:off x="2147888" y="2867025"/>
            <a:ext cx="1947862" cy="1725613"/>
          </a:xfrm>
          <a:prstGeom prst="line">
            <a:avLst/>
          </a:prstGeom>
          <a:ln w="25400" cap="flat" cmpd="sng">
            <a:solidFill>
              <a:schemeClr val="hlink"/>
            </a:solidFill>
            <a:prstDash val="solid"/>
            <a:round/>
            <a:headEnd type="none" w="sm" len="sm"/>
            <a:tailEnd type="none" w="sm" len="sm"/>
          </a:ln>
        </p:spPr>
      </p:sp>
      <p:sp>
        <p:nvSpPr>
          <p:cNvPr id="111632" name="Oval 17"/>
          <p:cNvSpPr/>
          <p:nvPr/>
        </p:nvSpPr>
        <p:spPr>
          <a:xfrm>
            <a:off x="2019300" y="2738438"/>
            <a:ext cx="238125" cy="23812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11633" name="Oval 18"/>
          <p:cNvSpPr/>
          <p:nvPr/>
        </p:nvSpPr>
        <p:spPr>
          <a:xfrm>
            <a:off x="3990975" y="4471988"/>
            <a:ext cx="238125" cy="23812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11634" name="Oval 19"/>
          <p:cNvSpPr/>
          <p:nvPr/>
        </p:nvSpPr>
        <p:spPr>
          <a:xfrm>
            <a:off x="3332163" y="3878263"/>
            <a:ext cx="238125" cy="238125"/>
          </a:xfrm>
          <a:prstGeom prst="ellipse">
            <a:avLst/>
          </a:prstGeom>
          <a:solidFill>
            <a:srgbClr val="33CC33"/>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graphicFrame>
        <p:nvGraphicFramePr>
          <p:cNvPr id="111635" name="Object 20"/>
          <p:cNvGraphicFramePr/>
          <p:nvPr/>
        </p:nvGraphicFramePr>
        <p:xfrm>
          <a:off x="3640138" y="3454400"/>
          <a:ext cx="4702175" cy="701675"/>
        </p:xfrm>
        <a:graphic>
          <a:graphicData uri="http://schemas.openxmlformats.org/presentationml/2006/ole">
            <mc:AlternateContent xmlns:mc="http://schemas.openxmlformats.org/markup-compatibility/2006">
              <mc:Choice xmlns:v="urn:schemas-microsoft-com:vml" Requires="v">
                <p:oleObj spid="_x0000_s3206" name="" r:id="rId9" imgW="3226435" imgH="483235" progId="Equation.2">
                  <p:embed/>
                </p:oleObj>
              </mc:Choice>
              <mc:Fallback>
                <p:oleObj name="" r:id="rId9" imgW="3226435" imgH="483235" progId="Equation.2">
                  <p:embed/>
                  <p:pic>
                    <p:nvPicPr>
                      <p:cNvPr id="0" name="图片 3205"/>
                      <p:cNvPicPr/>
                      <p:nvPr/>
                    </p:nvPicPr>
                    <p:blipFill>
                      <a:blip r:embed="rId10">
                        <a:clrChange>
                          <a:clrFrom>
                            <a:srgbClr val="000000"/>
                          </a:clrFrom>
                          <a:clrTo>
                            <a:srgbClr val="FFFF00"/>
                          </a:clrTo>
                        </a:clrChange>
                      </a:blip>
                      <a:stretch>
                        <a:fillRect/>
                      </a:stretch>
                    </p:blipFill>
                    <p:spPr>
                      <a:xfrm>
                        <a:off x="3640138" y="3454400"/>
                        <a:ext cx="4702175" cy="701675"/>
                      </a:xfrm>
                      <a:prstGeom prst="rect">
                        <a:avLst/>
                      </a:prstGeom>
                      <a:noFill/>
                      <a:ln w="38100">
                        <a:noFill/>
                        <a:miter/>
                      </a:ln>
                    </p:spPr>
                  </p:pic>
                </p:oleObj>
              </mc:Fallback>
            </mc:AlternateContent>
          </a:graphicData>
        </a:graphic>
      </p:graphicFrame>
      <p:sp>
        <p:nvSpPr>
          <p:cNvPr id="111636" name="Rectangle 21"/>
          <p:cNvSpPr/>
          <p:nvPr/>
        </p:nvSpPr>
        <p:spPr>
          <a:xfrm>
            <a:off x="4740275" y="4502150"/>
            <a:ext cx="124460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y</a:t>
            </a:r>
            <a:r>
              <a:rPr lang="en-US" altLang="zh-CN" dirty="0">
                <a:solidFill>
                  <a:schemeClr val="tx1"/>
                </a:solidFill>
                <a:latin typeface="Symbol" panose="05050102010706020507" pitchFamily="18" charset="2"/>
                <a:ea typeface="宋体" panose="02010600030101010101" pitchFamily="2" charset="-122"/>
              </a:rPr>
              <a:t>º100</a:t>
            </a:r>
            <a:endParaRPr lang="en-US" altLang="zh-CN" dirty="0">
              <a:solidFill>
                <a:schemeClr val="tx1"/>
              </a:solidFill>
              <a:latin typeface="Symbol" panose="05050102010706020507" pitchFamily="18" charset="2"/>
              <a:ea typeface="宋体" panose="02010600030101010101" pitchFamily="2" charset="-122"/>
            </a:endParaRPr>
          </a:p>
        </p:txBody>
      </p:sp>
      <p:sp>
        <p:nvSpPr>
          <p:cNvPr id="111637" name="Arc 22"/>
          <p:cNvSpPr/>
          <p:nvPr/>
        </p:nvSpPr>
        <p:spPr>
          <a:xfrm rot="10800000">
            <a:off x="1985963" y="1541463"/>
            <a:ext cx="3503612" cy="2957512"/>
          </a:xfrm>
          <a:custGeom>
            <a:avLst/>
            <a:gdLst/>
            <a:ahLst/>
            <a:cxnLst>
              <a:cxn ang="0">
                <a:pos x="2147483646" y="0"/>
              </a:cxn>
              <a:cxn ang="0">
                <a:pos x="2147483646" y="2147483646"/>
              </a:cxn>
              <a:cxn ang="0">
                <a:pos x="0" y="2147483646"/>
              </a:cxn>
            </a:cxnLst>
            <a:pathLst>
              <a:path w="21382" h="21053" fill="none">
                <a:moveTo>
                  <a:pt x="4831" y="0"/>
                </a:moveTo>
                <a:cubicBezTo>
                  <a:pt x="13537" y="1998"/>
                  <a:pt x="20114" y="9147"/>
                  <a:pt x="21381" y="17989"/>
                </a:cubicBezTo>
              </a:path>
              <a:path w="21382" h="21053" stroke="0">
                <a:moveTo>
                  <a:pt x="4831" y="0"/>
                </a:moveTo>
                <a:cubicBezTo>
                  <a:pt x="13537" y="1998"/>
                  <a:pt x="20114" y="9147"/>
                  <a:pt x="21381" y="17989"/>
                </a:cubicBezTo>
                <a:lnTo>
                  <a:pt x="0" y="21053"/>
                </a:lnTo>
                <a:lnTo>
                  <a:pt x="4831" y="0"/>
                </a:lnTo>
                <a:close/>
              </a:path>
            </a:pathLst>
          </a:custGeom>
          <a:noFill/>
          <a:ln w="25400" cap="rnd" cmpd="sng">
            <a:solidFill>
              <a:schemeClr val="tx1"/>
            </a:solidFill>
            <a:prstDash val="solid"/>
            <a:round/>
            <a:headEnd type="none" w="sm" len="sm"/>
            <a:tailEnd type="none" w="sm" len="sm"/>
          </a:ln>
        </p:spPr>
        <p:txBody>
          <a:bodyPr/>
          <a:p>
            <a:endParaRPr lang="zh-CN" altLang="en-US"/>
          </a:p>
        </p:txBody>
      </p:sp>
      <p:sp>
        <p:nvSpPr>
          <p:cNvPr id="111638" name="Rectangle 23"/>
          <p:cNvSpPr/>
          <p:nvPr/>
        </p:nvSpPr>
        <p:spPr>
          <a:xfrm>
            <a:off x="4740275" y="4129088"/>
            <a:ext cx="1244600"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y</a:t>
            </a:r>
            <a:r>
              <a:rPr lang="en-US" altLang="zh-CN" dirty="0">
                <a:solidFill>
                  <a:schemeClr val="tx1"/>
                </a:solidFill>
                <a:latin typeface="Symbol" panose="05050102010706020507" pitchFamily="18" charset="2"/>
                <a:ea typeface="宋体" panose="02010600030101010101" pitchFamily="2" charset="-122"/>
              </a:rPr>
              <a:t>º120</a:t>
            </a:r>
            <a:endParaRPr lang="en-US" altLang="zh-CN" dirty="0">
              <a:solidFill>
                <a:schemeClr val="tx1"/>
              </a:solidFill>
              <a:latin typeface="Symbol" panose="05050102010706020507" pitchFamily="18" charset="2"/>
              <a:ea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Well-Behaved Technologies – Convexity</a:t>
            </a:r>
            <a:r>
              <a:rPr lang="zh-CN" altLang="en-US" dirty="0">
                <a:ea typeface="宋体" panose="02010600030101010101" pitchFamily="2" charset="-122"/>
              </a:rPr>
              <a:t>凸性</a:t>
            </a:r>
            <a:endParaRPr lang="en-US" altLang="zh-CN" dirty="0">
              <a:ea typeface="宋体" panose="02010600030101010101" pitchFamily="2" charset="-122"/>
            </a:endParaRPr>
          </a:p>
        </p:txBody>
      </p:sp>
      <p:sp>
        <p:nvSpPr>
          <p:cNvPr id="112642" name="Line 3"/>
          <p:cNvSpPr/>
          <p:nvPr/>
        </p:nvSpPr>
        <p:spPr>
          <a:xfrm>
            <a:off x="1428750" y="1571625"/>
            <a:ext cx="0" cy="3548063"/>
          </a:xfrm>
          <a:prstGeom prst="line">
            <a:avLst/>
          </a:prstGeom>
          <a:ln w="12700" cap="flat" cmpd="sng">
            <a:solidFill>
              <a:schemeClr val="tx1"/>
            </a:solidFill>
            <a:prstDash val="solid"/>
            <a:round/>
            <a:headEnd type="stealth" w="med" len="lg"/>
            <a:tailEnd type="none" w="sm" len="sm"/>
          </a:ln>
        </p:spPr>
      </p:sp>
      <p:sp>
        <p:nvSpPr>
          <p:cNvPr id="112643" name="Line 4"/>
          <p:cNvSpPr/>
          <p:nvPr/>
        </p:nvSpPr>
        <p:spPr>
          <a:xfrm>
            <a:off x="1428750" y="5143500"/>
            <a:ext cx="4000500" cy="0"/>
          </a:xfrm>
          <a:prstGeom prst="line">
            <a:avLst/>
          </a:prstGeom>
          <a:ln w="12700" cap="flat" cmpd="sng">
            <a:solidFill>
              <a:schemeClr val="tx1"/>
            </a:solidFill>
            <a:prstDash val="solid"/>
            <a:round/>
            <a:headEnd type="none" w="sm" len="sm"/>
            <a:tailEnd type="stealth" w="med" len="lg"/>
          </a:ln>
        </p:spPr>
      </p:sp>
      <p:sp>
        <p:nvSpPr>
          <p:cNvPr id="112644" name="Arc 5"/>
          <p:cNvSpPr/>
          <p:nvPr/>
        </p:nvSpPr>
        <p:spPr>
          <a:xfrm rot="10800000">
            <a:off x="1924050" y="1812925"/>
            <a:ext cx="3503613" cy="2957513"/>
          </a:xfrm>
          <a:custGeom>
            <a:avLst/>
            <a:gdLst/>
            <a:ahLst/>
            <a:cxnLst>
              <a:cxn ang="0">
                <a:pos x="2147483646" y="0"/>
              </a:cxn>
              <a:cxn ang="0">
                <a:pos x="2147483646" y="2147483646"/>
              </a:cxn>
              <a:cxn ang="0">
                <a:pos x="0" y="2147483646"/>
              </a:cxn>
            </a:cxnLst>
            <a:pathLst>
              <a:path w="21382" h="21053" fill="none">
                <a:moveTo>
                  <a:pt x="4831" y="0"/>
                </a:moveTo>
                <a:cubicBezTo>
                  <a:pt x="13537" y="1998"/>
                  <a:pt x="20114" y="9147"/>
                  <a:pt x="21381" y="17989"/>
                </a:cubicBezTo>
              </a:path>
              <a:path w="21382" h="21053" stroke="0">
                <a:moveTo>
                  <a:pt x="4831" y="0"/>
                </a:moveTo>
                <a:cubicBezTo>
                  <a:pt x="13537" y="1998"/>
                  <a:pt x="20114" y="9147"/>
                  <a:pt x="21381" y="17989"/>
                </a:cubicBezTo>
                <a:lnTo>
                  <a:pt x="0" y="21053"/>
                </a:lnTo>
                <a:lnTo>
                  <a:pt x="4831" y="0"/>
                </a:lnTo>
                <a:close/>
              </a:path>
            </a:pathLst>
          </a:custGeom>
          <a:noFill/>
          <a:ln w="25400" cap="rnd" cmpd="sng">
            <a:solidFill>
              <a:schemeClr val="tx1"/>
            </a:solidFill>
            <a:prstDash val="solid"/>
            <a:round/>
            <a:headEnd type="none" w="sm" len="sm"/>
            <a:tailEnd type="none" w="sm" len="sm"/>
          </a:ln>
        </p:spPr>
        <p:txBody>
          <a:bodyPr/>
          <a:p>
            <a:endParaRPr lang="zh-CN" altLang="en-US"/>
          </a:p>
        </p:txBody>
      </p:sp>
      <p:sp>
        <p:nvSpPr>
          <p:cNvPr id="112645" name="Rectangle 6"/>
          <p:cNvSpPr/>
          <p:nvPr/>
        </p:nvSpPr>
        <p:spPr>
          <a:xfrm>
            <a:off x="788988" y="1398588"/>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12646" name="Rectangle 7"/>
          <p:cNvSpPr/>
          <p:nvPr/>
        </p:nvSpPr>
        <p:spPr>
          <a:xfrm>
            <a:off x="5265738" y="5232400"/>
            <a:ext cx="55721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12647" name="Line 8"/>
          <p:cNvSpPr/>
          <p:nvPr/>
        </p:nvSpPr>
        <p:spPr>
          <a:xfrm>
            <a:off x="2133600" y="2867025"/>
            <a:ext cx="0" cy="2279650"/>
          </a:xfrm>
          <a:prstGeom prst="line">
            <a:avLst/>
          </a:prstGeom>
          <a:ln w="12700" cap="flat" cmpd="sng">
            <a:solidFill>
              <a:schemeClr val="tx1"/>
            </a:solidFill>
            <a:prstDash val="dash"/>
            <a:round/>
            <a:headEnd type="none" w="sm" len="sm"/>
            <a:tailEnd type="none" w="sm" len="sm"/>
          </a:ln>
        </p:spPr>
      </p:sp>
      <p:sp>
        <p:nvSpPr>
          <p:cNvPr id="112648" name="Line 9"/>
          <p:cNvSpPr/>
          <p:nvPr/>
        </p:nvSpPr>
        <p:spPr>
          <a:xfrm flipH="1">
            <a:off x="1425575" y="2867025"/>
            <a:ext cx="708025" cy="0"/>
          </a:xfrm>
          <a:prstGeom prst="line">
            <a:avLst/>
          </a:prstGeom>
          <a:ln w="12700" cap="flat" cmpd="sng">
            <a:solidFill>
              <a:schemeClr val="tx1"/>
            </a:solidFill>
            <a:prstDash val="dash"/>
            <a:round/>
            <a:headEnd type="none" w="sm" len="sm"/>
            <a:tailEnd type="none" w="sm" len="sm"/>
          </a:ln>
        </p:spPr>
      </p:sp>
      <p:sp>
        <p:nvSpPr>
          <p:cNvPr id="112649" name="Line 10"/>
          <p:cNvSpPr/>
          <p:nvPr/>
        </p:nvSpPr>
        <p:spPr>
          <a:xfrm>
            <a:off x="4110038" y="4583113"/>
            <a:ext cx="0" cy="547687"/>
          </a:xfrm>
          <a:prstGeom prst="line">
            <a:avLst/>
          </a:prstGeom>
          <a:ln w="12700" cap="flat" cmpd="sng">
            <a:solidFill>
              <a:schemeClr val="tx1"/>
            </a:solidFill>
            <a:prstDash val="dash"/>
            <a:round/>
            <a:headEnd type="none" w="sm" len="sm"/>
            <a:tailEnd type="none" w="sm" len="sm"/>
          </a:ln>
        </p:spPr>
      </p:sp>
      <p:sp>
        <p:nvSpPr>
          <p:cNvPr id="112650" name="Line 11"/>
          <p:cNvSpPr/>
          <p:nvPr/>
        </p:nvSpPr>
        <p:spPr>
          <a:xfrm flipH="1">
            <a:off x="1425575" y="4583113"/>
            <a:ext cx="2684463" cy="0"/>
          </a:xfrm>
          <a:prstGeom prst="line">
            <a:avLst/>
          </a:prstGeom>
          <a:ln w="12700" cap="flat" cmpd="sng">
            <a:solidFill>
              <a:schemeClr val="tx1"/>
            </a:solidFill>
            <a:prstDash val="dash"/>
            <a:round/>
            <a:headEnd type="none" w="sm" len="sm"/>
            <a:tailEnd type="none" w="sm" len="sm"/>
          </a:ln>
        </p:spPr>
      </p:sp>
      <p:graphicFrame>
        <p:nvGraphicFramePr>
          <p:cNvPr id="112651" name="Object 0"/>
          <p:cNvGraphicFramePr/>
          <p:nvPr/>
        </p:nvGraphicFramePr>
        <p:xfrm>
          <a:off x="979488" y="2524125"/>
          <a:ext cx="384175" cy="536575"/>
        </p:xfrm>
        <a:graphic>
          <a:graphicData uri="http://schemas.openxmlformats.org/presentationml/2006/ole">
            <mc:AlternateContent xmlns:mc="http://schemas.openxmlformats.org/markup-compatibility/2006">
              <mc:Choice xmlns:v="urn:schemas-microsoft-com:vml" Requires="v">
                <p:oleObj spid="_x0000_s3214" name="" r:id="rId1" imgW="265430" imgH="370205" progId="Equation.2">
                  <p:embed/>
                </p:oleObj>
              </mc:Choice>
              <mc:Fallback>
                <p:oleObj name="" r:id="rId1" imgW="265430" imgH="370205" progId="Equation.2">
                  <p:embed/>
                  <p:pic>
                    <p:nvPicPr>
                      <p:cNvPr id="0" name="图片 3213"/>
                      <p:cNvPicPr/>
                      <p:nvPr/>
                    </p:nvPicPr>
                    <p:blipFill>
                      <a:blip r:embed="rId2">
                        <a:clrChange>
                          <a:clrFrom>
                            <a:srgbClr val="000000"/>
                          </a:clrFrom>
                          <a:clrTo>
                            <a:srgbClr val="000000"/>
                          </a:clrTo>
                        </a:clrChange>
                      </a:blip>
                      <a:stretch>
                        <a:fillRect/>
                      </a:stretch>
                    </p:blipFill>
                    <p:spPr>
                      <a:xfrm>
                        <a:off x="979488" y="2524125"/>
                        <a:ext cx="384175" cy="536575"/>
                      </a:xfrm>
                      <a:prstGeom prst="rect">
                        <a:avLst/>
                      </a:prstGeom>
                      <a:noFill/>
                      <a:ln w="38100">
                        <a:noFill/>
                        <a:miter/>
                      </a:ln>
                    </p:spPr>
                  </p:pic>
                </p:oleObj>
              </mc:Fallback>
            </mc:AlternateContent>
          </a:graphicData>
        </a:graphic>
      </p:graphicFrame>
      <p:graphicFrame>
        <p:nvGraphicFramePr>
          <p:cNvPr id="112652" name="Object 1"/>
          <p:cNvGraphicFramePr/>
          <p:nvPr/>
        </p:nvGraphicFramePr>
        <p:xfrm>
          <a:off x="1974850" y="5194300"/>
          <a:ext cx="349250" cy="527050"/>
        </p:xfrm>
        <a:graphic>
          <a:graphicData uri="http://schemas.openxmlformats.org/presentationml/2006/ole">
            <mc:AlternateContent xmlns:mc="http://schemas.openxmlformats.org/markup-compatibility/2006">
              <mc:Choice xmlns:v="urn:schemas-microsoft-com:vml" Requires="v">
                <p:oleObj spid="_x0000_s3212" name="" r:id="rId3" imgW="248285" imgH="370205" progId="Equation.2">
                  <p:embed/>
                </p:oleObj>
              </mc:Choice>
              <mc:Fallback>
                <p:oleObj name="" r:id="rId3" imgW="248285" imgH="370205" progId="Equation.2">
                  <p:embed/>
                  <p:pic>
                    <p:nvPicPr>
                      <p:cNvPr id="0" name="图片 3211"/>
                      <p:cNvPicPr/>
                      <p:nvPr/>
                    </p:nvPicPr>
                    <p:blipFill>
                      <a:blip r:embed="rId4">
                        <a:clrChange>
                          <a:clrFrom>
                            <a:srgbClr val="000000"/>
                          </a:clrFrom>
                          <a:clrTo>
                            <a:srgbClr val="000000"/>
                          </a:clrTo>
                        </a:clrChange>
                      </a:blip>
                      <a:stretch>
                        <a:fillRect/>
                      </a:stretch>
                    </p:blipFill>
                    <p:spPr>
                      <a:xfrm>
                        <a:off x="1974850" y="5194300"/>
                        <a:ext cx="349250" cy="527050"/>
                      </a:xfrm>
                      <a:prstGeom prst="rect">
                        <a:avLst/>
                      </a:prstGeom>
                      <a:noFill/>
                      <a:ln w="38100">
                        <a:noFill/>
                        <a:miter/>
                      </a:ln>
                    </p:spPr>
                  </p:pic>
                </p:oleObj>
              </mc:Fallback>
            </mc:AlternateContent>
          </a:graphicData>
        </a:graphic>
      </p:graphicFrame>
      <p:graphicFrame>
        <p:nvGraphicFramePr>
          <p:cNvPr id="112653" name="Object 2"/>
          <p:cNvGraphicFramePr/>
          <p:nvPr/>
        </p:nvGraphicFramePr>
        <p:xfrm>
          <a:off x="979488" y="4238625"/>
          <a:ext cx="384175" cy="536575"/>
        </p:xfrm>
        <a:graphic>
          <a:graphicData uri="http://schemas.openxmlformats.org/presentationml/2006/ole">
            <mc:AlternateContent xmlns:mc="http://schemas.openxmlformats.org/markup-compatibility/2006">
              <mc:Choice xmlns:v="urn:schemas-microsoft-com:vml" Requires="v">
                <p:oleObj spid="_x0000_s3211" name="" r:id="rId5" imgW="265430" imgH="370205" progId="Equation.2">
                  <p:embed/>
                </p:oleObj>
              </mc:Choice>
              <mc:Fallback>
                <p:oleObj name="" r:id="rId5" imgW="265430" imgH="370205" progId="Equation.2">
                  <p:embed/>
                  <p:pic>
                    <p:nvPicPr>
                      <p:cNvPr id="0" name="图片 3210"/>
                      <p:cNvPicPr/>
                      <p:nvPr/>
                    </p:nvPicPr>
                    <p:blipFill>
                      <a:blip r:embed="rId6">
                        <a:clrChange>
                          <a:clrFrom>
                            <a:srgbClr val="000000"/>
                          </a:clrFrom>
                          <a:clrTo>
                            <a:srgbClr val="000000"/>
                          </a:clrTo>
                        </a:clrChange>
                      </a:blip>
                      <a:stretch>
                        <a:fillRect/>
                      </a:stretch>
                    </p:blipFill>
                    <p:spPr>
                      <a:xfrm>
                        <a:off x="979488" y="4238625"/>
                        <a:ext cx="384175" cy="536575"/>
                      </a:xfrm>
                      <a:prstGeom prst="rect">
                        <a:avLst/>
                      </a:prstGeom>
                      <a:noFill/>
                      <a:ln w="38100">
                        <a:noFill/>
                        <a:miter/>
                      </a:ln>
                    </p:spPr>
                  </p:pic>
                </p:oleObj>
              </mc:Fallback>
            </mc:AlternateContent>
          </a:graphicData>
        </a:graphic>
      </p:graphicFrame>
      <p:graphicFrame>
        <p:nvGraphicFramePr>
          <p:cNvPr id="112654" name="Object 3"/>
          <p:cNvGraphicFramePr/>
          <p:nvPr/>
        </p:nvGraphicFramePr>
        <p:xfrm>
          <a:off x="3913188" y="5194300"/>
          <a:ext cx="363537" cy="527050"/>
        </p:xfrm>
        <a:graphic>
          <a:graphicData uri="http://schemas.openxmlformats.org/presentationml/2006/ole">
            <mc:AlternateContent xmlns:mc="http://schemas.openxmlformats.org/markup-compatibility/2006">
              <mc:Choice xmlns:v="urn:schemas-microsoft-com:vml" Requires="v">
                <p:oleObj spid="_x0000_s3213" name="" r:id="rId7" imgW="257175" imgH="370205" progId="Equation.2">
                  <p:embed/>
                </p:oleObj>
              </mc:Choice>
              <mc:Fallback>
                <p:oleObj name="" r:id="rId7" imgW="257175" imgH="370205" progId="Equation.2">
                  <p:embed/>
                  <p:pic>
                    <p:nvPicPr>
                      <p:cNvPr id="0" name="图片 3212"/>
                      <p:cNvPicPr/>
                      <p:nvPr/>
                    </p:nvPicPr>
                    <p:blipFill>
                      <a:blip r:embed="rId8">
                        <a:clrChange>
                          <a:clrFrom>
                            <a:srgbClr val="000000"/>
                          </a:clrFrom>
                          <a:clrTo>
                            <a:srgbClr val="000000"/>
                          </a:clrTo>
                        </a:clrChange>
                      </a:blip>
                      <a:stretch>
                        <a:fillRect/>
                      </a:stretch>
                    </p:blipFill>
                    <p:spPr>
                      <a:xfrm>
                        <a:off x="3913188" y="5194300"/>
                        <a:ext cx="363537" cy="527050"/>
                      </a:xfrm>
                      <a:prstGeom prst="rect">
                        <a:avLst/>
                      </a:prstGeom>
                      <a:noFill/>
                      <a:ln w="38100">
                        <a:noFill/>
                        <a:miter/>
                      </a:ln>
                    </p:spPr>
                  </p:pic>
                </p:oleObj>
              </mc:Fallback>
            </mc:AlternateContent>
          </a:graphicData>
        </a:graphic>
      </p:graphicFrame>
      <p:sp>
        <p:nvSpPr>
          <p:cNvPr id="112655" name="Rectangle 16"/>
          <p:cNvSpPr/>
          <p:nvPr/>
        </p:nvSpPr>
        <p:spPr>
          <a:xfrm>
            <a:off x="2908300" y="1374775"/>
            <a:ext cx="6145213" cy="155416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Convexity implies that the TRS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increases (becomes less</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negative) as x</a:t>
            </a:r>
            <a:r>
              <a:rPr lang="en-US" altLang="zh-CN" baseline="-25000" dirty="0">
                <a:solidFill>
                  <a:schemeClr val="tx1"/>
                </a:solidFill>
                <a:latin typeface="Arial" panose="020B0604020202020204" pitchFamily="34" charset="0"/>
                <a:ea typeface="宋体" panose="02010600030101010101" pitchFamily="2" charset="-122"/>
              </a:rPr>
              <a:t>1</a:t>
            </a:r>
            <a:r>
              <a:rPr lang="en-US" altLang="zh-CN" dirty="0">
                <a:solidFill>
                  <a:schemeClr val="tx1"/>
                </a:solidFill>
                <a:latin typeface="Arial" panose="020B0604020202020204" pitchFamily="34" charset="0"/>
                <a:ea typeface="宋体" panose="02010600030101010101" pitchFamily="2" charset="-122"/>
              </a:rPr>
              <a:t> increases.</a:t>
            </a:r>
            <a:endParaRPr lang="en-US" altLang="zh-CN" dirty="0">
              <a:solidFill>
                <a:schemeClr val="tx1"/>
              </a:solidFill>
              <a:latin typeface="Arial" panose="020B0604020202020204" pitchFamily="34" charset="0"/>
              <a:ea typeface="宋体" panose="02010600030101010101" pitchFamily="2" charset="-122"/>
            </a:endParaRPr>
          </a:p>
        </p:txBody>
      </p:sp>
      <p:sp>
        <p:nvSpPr>
          <p:cNvPr id="112656" name="Line 17"/>
          <p:cNvSpPr/>
          <p:nvPr/>
        </p:nvSpPr>
        <p:spPr>
          <a:xfrm>
            <a:off x="1835150" y="2362200"/>
            <a:ext cx="520700" cy="1130300"/>
          </a:xfrm>
          <a:prstGeom prst="line">
            <a:avLst/>
          </a:prstGeom>
          <a:ln w="25400" cap="flat" cmpd="sng">
            <a:solidFill>
              <a:srgbClr val="33CC33"/>
            </a:solidFill>
            <a:prstDash val="solid"/>
            <a:round/>
            <a:headEnd type="none" w="sm" len="sm"/>
            <a:tailEnd type="none" w="sm" len="sm"/>
          </a:ln>
        </p:spPr>
      </p:sp>
      <p:sp>
        <p:nvSpPr>
          <p:cNvPr id="112657" name="Oval 18"/>
          <p:cNvSpPr/>
          <p:nvPr/>
        </p:nvSpPr>
        <p:spPr>
          <a:xfrm>
            <a:off x="2019300" y="2738438"/>
            <a:ext cx="238125" cy="23812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12658" name="Line 19"/>
          <p:cNvSpPr/>
          <p:nvPr/>
        </p:nvSpPr>
        <p:spPr>
          <a:xfrm>
            <a:off x="3559175" y="4476750"/>
            <a:ext cx="1041400" cy="342900"/>
          </a:xfrm>
          <a:prstGeom prst="line">
            <a:avLst/>
          </a:prstGeom>
          <a:ln w="25400" cap="flat" cmpd="sng">
            <a:solidFill>
              <a:schemeClr val="hlink"/>
            </a:solidFill>
            <a:prstDash val="solid"/>
            <a:round/>
            <a:headEnd type="none" w="sm" len="sm"/>
            <a:tailEnd type="none" w="sm" len="sm"/>
          </a:ln>
        </p:spPr>
      </p:sp>
      <p:sp>
        <p:nvSpPr>
          <p:cNvPr id="112659" name="Oval 24"/>
          <p:cNvSpPr/>
          <p:nvPr/>
        </p:nvSpPr>
        <p:spPr>
          <a:xfrm>
            <a:off x="3990975" y="4471988"/>
            <a:ext cx="238125" cy="238125"/>
          </a:xfrm>
          <a:prstGeom prst="ellipse">
            <a:avLst/>
          </a:prstGeom>
          <a:solidFill>
            <a:srgbClr val="FFFF00"/>
          </a:solidFill>
          <a:ln w="9525">
            <a:noFill/>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Well-Behaved Technologies</a:t>
            </a:r>
            <a:endParaRPr lang="en-US" altLang="zh-CN" dirty="0">
              <a:ea typeface="宋体" panose="02010600030101010101" pitchFamily="2" charset="-122"/>
            </a:endParaRPr>
          </a:p>
        </p:txBody>
      </p:sp>
      <p:sp>
        <p:nvSpPr>
          <p:cNvPr id="113666" name="Line 3"/>
          <p:cNvSpPr/>
          <p:nvPr/>
        </p:nvSpPr>
        <p:spPr>
          <a:xfrm>
            <a:off x="1428750" y="1571625"/>
            <a:ext cx="0" cy="3548063"/>
          </a:xfrm>
          <a:prstGeom prst="line">
            <a:avLst/>
          </a:prstGeom>
          <a:ln w="12700" cap="flat" cmpd="sng">
            <a:solidFill>
              <a:schemeClr val="tx1"/>
            </a:solidFill>
            <a:prstDash val="solid"/>
            <a:round/>
            <a:headEnd type="stealth" w="med" len="lg"/>
            <a:tailEnd type="none" w="sm" len="sm"/>
          </a:ln>
        </p:spPr>
      </p:sp>
      <p:sp>
        <p:nvSpPr>
          <p:cNvPr id="113667" name="Line 4"/>
          <p:cNvSpPr/>
          <p:nvPr/>
        </p:nvSpPr>
        <p:spPr>
          <a:xfrm>
            <a:off x="1428750" y="5143500"/>
            <a:ext cx="4000500" cy="0"/>
          </a:xfrm>
          <a:prstGeom prst="line">
            <a:avLst/>
          </a:prstGeom>
          <a:ln w="12700" cap="flat" cmpd="sng">
            <a:solidFill>
              <a:schemeClr val="tx1"/>
            </a:solidFill>
            <a:prstDash val="solid"/>
            <a:round/>
            <a:headEnd type="none" w="sm" len="sm"/>
            <a:tailEnd type="stealth" w="med" len="lg"/>
          </a:ln>
        </p:spPr>
      </p:sp>
      <p:sp>
        <p:nvSpPr>
          <p:cNvPr id="113668" name="Arc 5"/>
          <p:cNvSpPr/>
          <p:nvPr/>
        </p:nvSpPr>
        <p:spPr>
          <a:xfrm rot="10800000">
            <a:off x="1995488" y="1717675"/>
            <a:ext cx="3503612" cy="2957513"/>
          </a:xfrm>
          <a:custGeom>
            <a:avLst/>
            <a:gdLst/>
            <a:ahLst/>
            <a:cxnLst>
              <a:cxn ang="0">
                <a:pos x="2147483646" y="0"/>
              </a:cxn>
              <a:cxn ang="0">
                <a:pos x="2147483646" y="2147483646"/>
              </a:cxn>
              <a:cxn ang="0">
                <a:pos x="0" y="2147483646"/>
              </a:cxn>
            </a:cxnLst>
            <a:pathLst>
              <a:path w="21382" h="21053" fill="none">
                <a:moveTo>
                  <a:pt x="4831" y="0"/>
                </a:moveTo>
                <a:cubicBezTo>
                  <a:pt x="13537" y="1998"/>
                  <a:pt x="20114" y="9147"/>
                  <a:pt x="21381" y="17989"/>
                </a:cubicBezTo>
              </a:path>
              <a:path w="21382" h="21053" stroke="0">
                <a:moveTo>
                  <a:pt x="4831" y="0"/>
                </a:moveTo>
                <a:cubicBezTo>
                  <a:pt x="13537" y="1998"/>
                  <a:pt x="20114" y="9147"/>
                  <a:pt x="21381" y="17989"/>
                </a:cubicBezTo>
                <a:lnTo>
                  <a:pt x="0" y="21053"/>
                </a:lnTo>
                <a:lnTo>
                  <a:pt x="4831" y="0"/>
                </a:lnTo>
                <a:close/>
              </a:path>
            </a:pathLst>
          </a:custGeom>
          <a:noFill/>
          <a:ln w="25400" cap="rnd" cmpd="sng">
            <a:solidFill>
              <a:srgbClr val="33CC33"/>
            </a:solidFill>
            <a:prstDash val="solid"/>
            <a:round/>
            <a:headEnd type="none" w="sm" len="sm"/>
            <a:tailEnd type="none" w="sm" len="sm"/>
          </a:ln>
        </p:spPr>
        <p:txBody>
          <a:bodyPr/>
          <a:p>
            <a:endParaRPr lang="zh-CN" altLang="en-US"/>
          </a:p>
        </p:txBody>
      </p:sp>
      <p:sp>
        <p:nvSpPr>
          <p:cNvPr id="113669" name="Rectangle 6"/>
          <p:cNvSpPr/>
          <p:nvPr/>
        </p:nvSpPr>
        <p:spPr>
          <a:xfrm>
            <a:off x="788988" y="1398588"/>
            <a:ext cx="557212"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13670" name="Rectangle 7"/>
          <p:cNvSpPr/>
          <p:nvPr/>
        </p:nvSpPr>
        <p:spPr>
          <a:xfrm>
            <a:off x="5265738" y="5232400"/>
            <a:ext cx="55721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1</a:t>
            </a:r>
            <a:endParaRPr lang="en-US" altLang="zh-CN" baseline="-25000" dirty="0">
              <a:solidFill>
                <a:schemeClr val="tx1"/>
              </a:solidFill>
              <a:latin typeface="Arial" panose="020B0604020202020204" pitchFamily="34" charset="0"/>
              <a:ea typeface="宋体" panose="02010600030101010101" pitchFamily="2" charset="-122"/>
            </a:endParaRPr>
          </a:p>
        </p:txBody>
      </p:sp>
      <p:sp>
        <p:nvSpPr>
          <p:cNvPr id="113671" name="Rectangle 8"/>
          <p:cNvSpPr/>
          <p:nvPr/>
        </p:nvSpPr>
        <p:spPr>
          <a:xfrm>
            <a:off x="4740275" y="4502150"/>
            <a:ext cx="124460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rgbClr val="33CC33"/>
                </a:solidFill>
                <a:latin typeface="Arial" panose="020B0604020202020204" pitchFamily="34" charset="0"/>
                <a:ea typeface="宋体" panose="02010600030101010101" pitchFamily="2" charset="-122"/>
              </a:rPr>
              <a:t>y</a:t>
            </a:r>
            <a:r>
              <a:rPr lang="en-US" altLang="zh-CN" dirty="0">
                <a:solidFill>
                  <a:srgbClr val="33CC33"/>
                </a:solidFill>
                <a:latin typeface="Symbol" panose="05050102010706020507" pitchFamily="18" charset="2"/>
                <a:ea typeface="宋体" panose="02010600030101010101" pitchFamily="2" charset="-122"/>
              </a:rPr>
              <a:t>º100</a:t>
            </a:r>
            <a:endParaRPr lang="en-US" altLang="zh-CN" dirty="0">
              <a:solidFill>
                <a:srgbClr val="33CC33"/>
              </a:solidFill>
              <a:latin typeface="Symbol" panose="05050102010706020507" pitchFamily="18" charset="2"/>
              <a:ea typeface="宋体" panose="02010600030101010101" pitchFamily="2" charset="-122"/>
            </a:endParaRPr>
          </a:p>
        </p:txBody>
      </p:sp>
      <p:sp>
        <p:nvSpPr>
          <p:cNvPr id="113672" name="Arc 9"/>
          <p:cNvSpPr/>
          <p:nvPr/>
        </p:nvSpPr>
        <p:spPr>
          <a:xfrm rot="10800000">
            <a:off x="1851025" y="2708275"/>
            <a:ext cx="2271713" cy="2090738"/>
          </a:xfrm>
          <a:custGeom>
            <a:avLst/>
            <a:gdLst/>
            <a:ahLst/>
            <a:cxnLst>
              <a:cxn ang="0">
                <a:pos x="2147483646" y="0"/>
              </a:cxn>
              <a:cxn ang="0">
                <a:pos x="2147483646" y="2147483646"/>
              </a:cxn>
              <a:cxn ang="0">
                <a:pos x="0" y="2147483646"/>
              </a:cxn>
            </a:cxnLst>
            <a:pathLst>
              <a:path w="21383" h="21054" fill="none">
                <a:moveTo>
                  <a:pt x="4824" y="-1"/>
                </a:moveTo>
                <a:cubicBezTo>
                  <a:pt x="13536" y="1995"/>
                  <a:pt x="20118" y="9151"/>
                  <a:pt x="21382" y="17999"/>
                </a:cubicBezTo>
              </a:path>
              <a:path w="21383" h="21054" stroke="0">
                <a:moveTo>
                  <a:pt x="4824" y="-1"/>
                </a:moveTo>
                <a:cubicBezTo>
                  <a:pt x="13536" y="1995"/>
                  <a:pt x="20118" y="9151"/>
                  <a:pt x="21382" y="17999"/>
                </a:cubicBezTo>
                <a:lnTo>
                  <a:pt x="0" y="21054"/>
                </a:lnTo>
                <a:lnTo>
                  <a:pt x="4824" y="-1"/>
                </a:lnTo>
                <a:close/>
              </a:path>
            </a:pathLst>
          </a:custGeom>
          <a:noFill/>
          <a:ln w="25400" cap="rnd" cmpd="sng">
            <a:solidFill>
              <a:srgbClr val="FFFF00"/>
            </a:solidFill>
            <a:prstDash val="solid"/>
            <a:round/>
            <a:headEnd type="none" w="sm" len="sm"/>
            <a:tailEnd type="none" w="sm" len="sm"/>
          </a:ln>
        </p:spPr>
        <p:txBody>
          <a:bodyPr/>
          <a:p>
            <a:endParaRPr lang="zh-CN" altLang="en-US"/>
          </a:p>
        </p:txBody>
      </p:sp>
      <p:sp>
        <p:nvSpPr>
          <p:cNvPr id="113673" name="Arc 10"/>
          <p:cNvSpPr/>
          <p:nvPr/>
        </p:nvSpPr>
        <p:spPr>
          <a:xfrm rot="10800000">
            <a:off x="2408238" y="828675"/>
            <a:ext cx="4297362" cy="3405188"/>
          </a:xfrm>
          <a:custGeom>
            <a:avLst/>
            <a:gdLst/>
            <a:ahLst/>
            <a:cxnLst>
              <a:cxn ang="0">
                <a:pos x="2147483646" y="0"/>
              </a:cxn>
              <a:cxn ang="0">
                <a:pos x="2147483646" y="2147483646"/>
              </a:cxn>
              <a:cxn ang="0">
                <a:pos x="0" y="2147483646"/>
              </a:cxn>
            </a:cxnLst>
            <a:pathLst>
              <a:path w="21040" h="20588" fill="none">
                <a:moveTo>
                  <a:pt x="6534" y="0"/>
                </a:moveTo>
                <a:cubicBezTo>
                  <a:pt x="13802" y="2307"/>
                  <a:pt x="19315" y="8274"/>
                  <a:pt x="21040" y="15701"/>
                </a:cubicBezTo>
              </a:path>
              <a:path w="21040" h="20588" stroke="0">
                <a:moveTo>
                  <a:pt x="6534" y="0"/>
                </a:moveTo>
                <a:cubicBezTo>
                  <a:pt x="13802" y="2307"/>
                  <a:pt x="19315" y="8274"/>
                  <a:pt x="21040" y="15701"/>
                </a:cubicBezTo>
                <a:lnTo>
                  <a:pt x="0" y="20588"/>
                </a:lnTo>
                <a:lnTo>
                  <a:pt x="6534" y="0"/>
                </a:lnTo>
                <a:close/>
              </a:path>
            </a:pathLst>
          </a:custGeom>
          <a:noFill/>
          <a:ln w="25400" cap="rnd" cmpd="sng">
            <a:solidFill>
              <a:schemeClr val="hlink"/>
            </a:solidFill>
            <a:prstDash val="solid"/>
            <a:round/>
            <a:headEnd type="none" w="sm" len="sm"/>
            <a:tailEnd type="none" w="sm" len="sm"/>
          </a:ln>
        </p:spPr>
        <p:txBody>
          <a:bodyPr/>
          <a:p>
            <a:endParaRPr lang="zh-CN" altLang="en-US"/>
          </a:p>
        </p:txBody>
      </p:sp>
      <p:sp>
        <p:nvSpPr>
          <p:cNvPr id="113674" name="Rectangle 11"/>
          <p:cNvSpPr/>
          <p:nvPr/>
        </p:nvSpPr>
        <p:spPr>
          <a:xfrm>
            <a:off x="3598863" y="4616450"/>
            <a:ext cx="1039812"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rgbClr val="FFFF00"/>
                </a:solidFill>
                <a:latin typeface="Arial" panose="020B0604020202020204" pitchFamily="34" charset="0"/>
                <a:ea typeface="宋体" panose="02010600030101010101" pitchFamily="2" charset="-122"/>
              </a:rPr>
              <a:t>y</a:t>
            </a:r>
            <a:r>
              <a:rPr lang="en-US" altLang="zh-CN" dirty="0">
                <a:solidFill>
                  <a:srgbClr val="FFFF00"/>
                </a:solidFill>
                <a:latin typeface="Symbol" panose="05050102010706020507" pitchFamily="18" charset="2"/>
                <a:ea typeface="宋体" panose="02010600030101010101" pitchFamily="2" charset="-122"/>
              </a:rPr>
              <a:t>º50</a:t>
            </a:r>
            <a:endParaRPr lang="en-US" altLang="zh-CN" dirty="0">
              <a:solidFill>
                <a:srgbClr val="FFFF00"/>
              </a:solidFill>
              <a:latin typeface="Symbol" panose="05050102010706020507" pitchFamily="18" charset="2"/>
              <a:ea typeface="宋体" panose="02010600030101010101" pitchFamily="2" charset="-122"/>
            </a:endParaRPr>
          </a:p>
        </p:txBody>
      </p:sp>
      <p:sp>
        <p:nvSpPr>
          <p:cNvPr id="113675" name="Rectangle 12"/>
          <p:cNvSpPr/>
          <p:nvPr/>
        </p:nvSpPr>
        <p:spPr>
          <a:xfrm>
            <a:off x="5348288" y="3895725"/>
            <a:ext cx="1244600" cy="579438"/>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hlink"/>
                </a:solidFill>
                <a:latin typeface="Arial" panose="020B0604020202020204" pitchFamily="34" charset="0"/>
                <a:ea typeface="宋体" panose="02010600030101010101" pitchFamily="2" charset="-122"/>
              </a:rPr>
              <a:t>y</a:t>
            </a:r>
            <a:r>
              <a:rPr lang="en-US" altLang="zh-CN" dirty="0">
                <a:solidFill>
                  <a:schemeClr val="hlink"/>
                </a:solidFill>
                <a:latin typeface="Symbol" panose="05050102010706020507" pitchFamily="18" charset="2"/>
                <a:ea typeface="宋体" panose="02010600030101010101" pitchFamily="2" charset="-122"/>
              </a:rPr>
              <a:t>º200</a:t>
            </a:r>
            <a:endParaRPr lang="en-US" altLang="zh-CN" dirty="0">
              <a:solidFill>
                <a:schemeClr val="hlink"/>
              </a:solidFill>
              <a:latin typeface="Symbol" panose="05050102010706020507" pitchFamily="18" charset="2"/>
              <a:ea typeface="宋体" panose="02010600030101010101" pitchFamily="2" charset="-122"/>
            </a:endParaRPr>
          </a:p>
        </p:txBody>
      </p:sp>
      <p:sp>
        <p:nvSpPr>
          <p:cNvPr id="113676" name="AutoShape 13"/>
          <p:cNvSpPr/>
          <p:nvPr/>
        </p:nvSpPr>
        <p:spPr>
          <a:xfrm rot="-2520000">
            <a:off x="1481138" y="2681288"/>
            <a:ext cx="4922837" cy="563562"/>
          </a:xfrm>
          <a:prstGeom prst="rightArrow">
            <a:avLst>
              <a:gd name="adj1" fmla="val 50000"/>
              <a:gd name="adj2" fmla="val 436760"/>
            </a:avLst>
          </a:prstGeom>
          <a:noFill/>
          <a:ln w="12700" cap="flat" cmpd="sng">
            <a:solidFill>
              <a:schemeClr val="tx1"/>
            </a:solidFill>
            <a:prstDash val="solid"/>
            <a:miter/>
            <a:headEnd type="none" w="med" len="med"/>
            <a:tailEnd type="none" w="med" len="med"/>
          </a:ln>
        </p:spPr>
        <p:txBody>
          <a:bodyPr wrap="none" anchor="ctr" anchorCtr="0"/>
          <a:p>
            <a:pPr eaLnBrk="0" hangingPunct="0">
              <a:buSzTx/>
            </a:pPr>
            <a:endParaRPr lang="zh-CN" altLang="en-US" dirty="0">
              <a:latin typeface="Arial" panose="020B0604020202020204" pitchFamily="34" charset="0"/>
              <a:ea typeface="宋体" panose="02010600030101010101" pitchFamily="2" charset="-122"/>
            </a:endParaRPr>
          </a:p>
        </p:txBody>
      </p:sp>
      <p:sp>
        <p:nvSpPr>
          <p:cNvPr id="113677" name="Rectangle 14"/>
          <p:cNvSpPr/>
          <p:nvPr/>
        </p:nvSpPr>
        <p:spPr>
          <a:xfrm>
            <a:off x="5765800" y="1255713"/>
            <a:ext cx="2801938"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higher output</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br>
              <a:rPr lang="en-US" altLang="zh-CN" dirty="0">
                <a:ea typeface="宋体" panose="02010600030101010101" pitchFamily="2" charset="-122"/>
              </a:rPr>
            </a:br>
            <a:r>
              <a:rPr lang="zh-CN" altLang="en-US" dirty="0">
                <a:ea typeface="宋体" panose="02010600030101010101" pitchFamily="2" charset="-122"/>
              </a:rPr>
              <a:t>长期和短期</a:t>
            </a:r>
            <a:endParaRPr lang="en-US" altLang="zh-CN" dirty="0">
              <a:ea typeface="宋体" panose="02010600030101010101" pitchFamily="2" charset="-122"/>
            </a:endParaRPr>
          </a:p>
        </p:txBody>
      </p:sp>
      <p:sp>
        <p:nvSpPr>
          <p:cNvPr id="114690" name="Rectangle 3"/>
          <p:cNvSpPr>
            <a:spLocks noGrp="1"/>
          </p:cNvSpPr>
          <p:nvPr>
            <p:ph idx="1"/>
          </p:nvPr>
        </p:nvSpPr>
        <p:spPr>
          <a:ln/>
        </p:spPr>
        <p:txBody>
          <a:bodyPr vert="horz" wrap="square" lIns="92075" tIns="46038" rIns="92075" bIns="46038" anchor="t" anchorCtr="0"/>
          <a:p>
            <a:r>
              <a:rPr lang="en-US" altLang="zh-CN" dirty="0">
                <a:solidFill>
                  <a:srgbClr val="FFFF00"/>
                </a:solidFill>
                <a:ea typeface="宋体" panose="02010600030101010101" pitchFamily="2" charset="-122"/>
              </a:rPr>
              <a:t>The long-run</a:t>
            </a:r>
            <a:r>
              <a:rPr lang="en-US" altLang="zh-CN" dirty="0">
                <a:ea typeface="宋体" panose="02010600030101010101" pitchFamily="2" charset="-122"/>
              </a:rPr>
              <a:t> is </a:t>
            </a:r>
            <a:r>
              <a:rPr lang="en-US" altLang="zh-CN" dirty="0">
                <a:solidFill>
                  <a:srgbClr val="FFFF00"/>
                </a:solidFill>
                <a:ea typeface="宋体" panose="02010600030101010101" pitchFamily="2" charset="-122"/>
              </a:rPr>
              <a:t>the</a:t>
            </a:r>
            <a:r>
              <a:rPr lang="en-US" altLang="zh-CN" dirty="0">
                <a:ea typeface="宋体" panose="02010600030101010101" pitchFamily="2" charset="-122"/>
              </a:rPr>
              <a:t> circumstance in which a firm is </a:t>
            </a:r>
            <a:r>
              <a:rPr lang="en-US" altLang="zh-CN" dirty="0">
                <a:solidFill>
                  <a:srgbClr val="FFFF00"/>
                </a:solidFill>
                <a:ea typeface="宋体" panose="02010600030101010101" pitchFamily="2" charset="-122"/>
              </a:rPr>
              <a:t>unrestricted</a:t>
            </a:r>
            <a:r>
              <a:rPr lang="en-US" altLang="zh-CN" dirty="0">
                <a:ea typeface="宋体" panose="02010600030101010101" pitchFamily="2" charset="-122"/>
              </a:rPr>
              <a:t> in its choice of </a:t>
            </a:r>
            <a:r>
              <a:rPr lang="en-US" altLang="zh-CN" dirty="0">
                <a:solidFill>
                  <a:srgbClr val="FFFF00"/>
                </a:solidFill>
                <a:ea typeface="宋体" panose="02010600030101010101" pitchFamily="2" charset="-122"/>
              </a:rPr>
              <a:t>all input levels</a:t>
            </a:r>
            <a:r>
              <a:rPr lang="en-US" altLang="zh-CN" dirty="0">
                <a:ea typeface="宋体" panose="02010600030101010101" pitchFamily="2" charset="-122"/>
              </a:rPr>
              <a:t>.</a:t>
            </a:r>
            <a:endParaRPr lang="en-US" altLang="zh-CN" dirty="0">
              <a:ea typeface="宋体" panose="02010600030101010101" pitchFamily="2" charset="-122"/>
            </a:endParaRPr>
          </a:p>
          <a:p>
            <a:r>
              <a:rPr lang="en-US" altLang="zh-CN" dirty="0">
                <a:ea typeface="宋体" panose="02010600030101010101" pitchFamily="2" charset="-122"/>
              </a:rPr>
              <a:t>There are many possible short-runs.</a:t>
            </a:r>
            <a:endParaRPr lang="en-US" altLang="zh-CN" dirty="0">
              <a:ea typeface="宋体" panose="02010600030101010101" pitchFamily="2" charset="-122"/>
            </a:endParaRPr>
          </a:p>
          <a:p>
            <a:r>
              <a:rPr lang="en-US" altLang="zh-CN" dirty="0">
                <a:solidFill>
                  <a:srgbClr val="FFFF00"/>
                </a:solidFill>
                <a:ea typeface="宋体" panose="02010600030101010101" pitchFamily="2" charset="-122"/>
              </a:rPr>
              <a:t>A short-run</a:t>
            </a:r>
            <a:r>
              <a:rPr lang="en-US" altLang="zh-CN" dirty="0">
                <a:ea typeface="宋体" panose="02010600030101010101" pitchFamily="2" charset="-122"/>
              </a:rPr>
              <a:t> is </a:t>
            </a:r>
            <a:r>
              <a:rPr lang="en-US" altLang="zh-CN" dirty="0">
                <a:solidFill>
                  <a:srgbClr val="FFFF00"/>
                </a:solidFill>
                <a:ea typeface="宋体" panose="02010600030101010101" pitchFamily="2" charset="-122"/>
              </a:rPr>
              <a:t>a</a:t>
            </a:r>
            <a:r>
              <a:rPr lang="en-US" altLang="zh-CN" dirty="0">
                <a:ea typeface="宋体" panose="02010600030101010101" pitchFamily="2" charset="-122"/>
              </a:rPr>
              <a:t> circumstance in which a firm is </a:t>
            </a:r>
            <a:r>
              <a:rPr lang="en-US" altLang="zh-CN" dirty="0">
                <a:solidFill>
                  <a:srgbClr val="FFFF00"/>
                </a:solidFill>
                <a:ea typeface="宋体" panose="02010600030101010101" pitchFamily="2" charset="-122"/>
              </a:rPr>
              <a:t>restricted</a:t>
            </a:r>
            <a:r>
              <a:rPr lang="en-US" altLang="zh-CN" dirty="0">
                <a:ea typeface="宋体" panose="02010600030101010101" pitchFamily="2" charset="-122"/>
              </a:rPr>
              <a:t> in some way in its choice of </a:t>
            </a:r>
            <a:r>
              <a:rPr lang="en-US" altLang="zh-CN" dirty="0">
                <a:solidFill>
                  <a:srgbClr val="FFFF00"/>
                </a:solidFill>
                <a:ea typeface="宋体" panose="02010600030101010101" pitchFamily="2" charset="-122"/>
              </a:rPr>
              <a:t>at least one input level</a:t>
            </a:r>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br>
              <a:rPr lang="en-US" altLang="zh-CN" dirty="0">
                <a:ea typeface="宋体" panose="02010600030101010101" pitchFamily="2" charset="-122"/>
              </a:rPr>
            </a:br>
            <a:r>
              <a:rPr lang="zh-CN" altLang="en-US" dirty="0">
                <a:ea typeface="宋体" panose="02010600030101010101" pitchFamily="2" charset="-122"/>
              </a:rPr>
              <a:t>长期和短期</a:t>
            </a:r>
            <a:endParaRPr lang="en-US" altLang="zh-CN" dirty="0">
              <a:ea typeface="宋体" panose="02010600030101010101" pitchFamily="2" charset="-122"/>
            </a:endParaRPr>
          </a:p>
        </p:txBody>
      </p:sp>
      <p:sp>
        <p:nvSpPr>
          <p:cNvPr id="115714" name="Rectangle 3"/>
          <p:cNvSpPr>
            <a:spLocks noGrp="1"/>
          </p:cNvSpPr>
          <p:nvPr>
            <p:ph idx="1"/>
          </p:nvPr>
        </p:nvSpPr>
        <p:spPr>
          <a:xfrm>
            <a:off x="685800" y="1571625"/>
            <a:ext cx="7772400" cy="4152900"/>
          </a:xfrm>
          <a:ln/>
        </p:spPr>
        <p:txBody>
          <a:bodyPr vert="horz" wrap="square" lIns="92075" tIns="46038" rIns="92075" bIns="46038" anchor="t" anchorCtr="0"/>
          <a:p>
            <a:r>
              <a:rPr lang="en-US" altLang="zh-CN" dirty="0">
                <a:ea typeface="宋体" panose="02010600030101010101" pitchFamily="2" charset="-122"/>
              </a:rPr>
              <a:t>Examples of restrictions that place a firm into a short-run:</a:t>
            </a:r>
            <a:endParaRPr lang="en-US" altLang="zh-CN" dirty="0">
              <a:ea typeface="宋体" panose="02010600030101010101" pitchFamily="2" charset="-122"/>
            </a:endParaRPr>
          </a:p>
          <a:p>
            <a:pPr lvl="1"/>
            <a:r>
              <a:rPr lang="en-US" altLang="zh-CN" dirty="0">
                <a:ea typeface="宋体" panose="02010600030101010101" pitchFamily="2" charset="-122"/>
              </a:rPr>
              <a:t>temporarily being unable to install, or remove, machinery</a:t>
            </a:r>
            <a:endParaRPr lang="en-US" altLang="zh-CN" dirty="0">
              <a:ea typeface="宋体" panose="02010600030101010101" pitchFamily="2" charset="-122"/>
            </a:endParaRPr>
          </a:p>
          <a:p>
            <a:pPr lvl="1"/>
            <a:r>
              <a:rPr lang="en-US" altLang="zh-CN" dirty="0">
                <a:ea typeface="宋体" panose="02010600030101010101" pitchFamily="2" charset="-122"/>
              </a:rPr>
              <a:t>being required by law to meet affirmative action quotas</a:t>
            </a:r>
            <a:endParaRPr lang="en-US" altLang="zh-CN" dirty="0">
              <a:ea typeface="宋体" panose="02010600030101010101" pitchFamily="2" charset="-122"/>
            </a:endParaRPr>
          </a:p>
          <a:p>
            <a:pPr lvl="1"/>
            <a:r>
              <a:rPr lang="en-US" altLang="zh-CN" dirty="0">
                <a:ea typeface="宋体" panose="02010600030101010101" pitchFamily="2" charset="-122"/>
              </a:rPr>
              <a:t>having to meet domestic content regulations. </a:t>
            </a:r>
            <a:endParaRPr lang="en-US" altLang="zh-CN" dirty="0">
              <a:ea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br>
              <a:rPr lang="en-US" altLang="zh-CN" dirty="0">
                <a:ea typeface="宋体" panose="02010600030101010101" pitchFamily="2" charset="-122"/>
              </a:rPr>
            </a:br>
            <a:r>
              <a:rPr lang="zh-CN" altLang="en-US" dirty="0">
                <a:ea typeface="宋体" panose="02010600030101010101" pitchFamily="2" charset="-122"/>
              </a:rPr>
              <a:t>长期和短期</a:t>
            </a:r>
            <a:endParaRPr lang="en-US" altLang="zh-CN" dirty="0">
              <a:ea typeface="宋体" panose="02010600030101010101" pitchFamily="2" charset="-122"/>
            </a:endParaRPr>
          </a:p>
        </p:txBody>
      </p:sp>
      <p:sp>
        <p:nvSpPr>
          <p:cNvPr id="116738"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useful way to think of the long-run is that the firm can choose as it pleases in which short-run circumstance to be.</a:t>
            </a:r>
            <a:endParaRPr lang="en-US" altLang="zh-CN" dirty="0">
              <a:ea typeface="宋体"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br>
              <a:rPr lang="en-US" altLang="zh-CN" dirty="0">
                <a:ea typeface="宋体" panose="02010600030101010101" pitchFamily="2" charset="-122"/>
              </a:rPr>
            </a:br>
            <a:r>
              <a:rPr lang="zh-CN" altLang="en-US" dirty="0">
                <a:ea typeface="宋体" panose="02010600030101010101" pitchFamily="2" charset="-122"/>
              </a:rPr>
              <a:t>长期和短期</a:t>
            </a:r>
            <a:endParaRPr lang="en-US" altLang="zh-CN" dirty="0">
              <a:ea typeface="宋体" panose="02010600030101010101" pitchFamily="2" charset="-122"/>
            </a:endParaRPr>
          </a:p>
        </p:txBody>
      </p:sp>
      <p:sp>
        <p:nvSpPr>
          <p:cNvPr id="117762" name="Rectangle 3"/>
          <p:cNvSpPr>
            <a:spLocks noGrp="1"/>
          </p:cNvSpPr>
          <p:nvPr>
            <p:ph idx="1"/>
          </p:nvPr>
        </p:nvSpPr>
        <p:spPr>
          <a:xfrm>
            <a:off x="685800" y="1547813"/>
            <a:ext cx="7772400" cy="4152900"/>
          </a:xfrm>
          <a:ln/>
        </p:spPr>
        <p:txBody>
          <a:bodyPr vert="horz" wrap="square" lIns="92075" tIns="46038" rIns="92075" bIns="46038" anchor="t" anchorCtr="0"/>
          <a:p>
            <a:r>
              <a:rPr lang="en-US" altLang="zh-CN" dirty="0">
                <a:ea typeface="宋体" panose="02010600030101010101" pitchFamily="2" charset="-122"/>
              </a:rPr>
              <a:t>What do short-run restrictions imply for a firm’s technology?</a:t>
            </a:r>
            <a:endParaRPr lang="en-US" altLang="zh-CN" dirty="0">
              <a:ea typeface="宋体" panose="02010600030101010101" pitchFamily="2" charset="-122"/>
            </a:endParaRPr>
          </a:p>
          <a:p>
            <a:r>
              <a:rPr lang="en-US" altLang="zh-CN" dirty="0">
                <a:ea typeface="宋体" panose="02010600030101010101" pitchFamily="2" charset="-122"/>
              </a:rPr>
              <a:t>Suppose the short-run restriction is fixing the level of input 2.</a:t>
            </a:r>
            <a:endParaRPr lang="en-US" altLang="zh-CN" dirty="0">
              <a:ea typeface="宋体" panose="02010600030101010101" pitchFamily="2" charset="-122"/>
            </a:endParaRPr>
          </a:p>
          <a:p>
            <a:r>
              <a:rPr lang="en-US" altLang="zh-CN" dirty="0">
                <a:ea typeface="宋体" panose="02010600030101010101" pitchFamily="2" charset="-122"/>
              </a:rPr>
              <a:t>Input 2 is thus a </a:t>
            </a:r>
            <a:r>
              <a:rPr lang="en-US" altLang="zh-CN" dirty="0">
                <a:solidFill>
                  <a:srgbClr val="FFFF00"/>
                </a:solidFill>
                <a:ea typeface="宋体" panose="02010600030101010101" pitchFamily="2" charset="-122"/>
              </a:rPr>
              <a:t>fixed input</a:t>
            </a:r>
            <a:r>
              <a:rPr lang="en-US" altLang="zh-CN" dirty="0">
                <a:ea typeface="宋体" panose="02010600030101010101" pitchFamily="2" charset="-122"/>
              </a:rPr>
              <a:t> in the short-run.  Input 1 remains </a:t>
            </a:r>
            <a:r>
              <a:rPr lang="en-US" altLang="zh-CN" dirty="0">
                <a:solidFill>
                  <a:srgbClr val="FFFF00"/>
                </a:solidFill>
                <a:ea typeface="宋体" panose="02010600030101010101" pitchFamily="2" charset="-122"/>
              </a:rPr>
              <a:t>variable</a:t>
            </a:r>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18786" name="Picture 3"/>
          <p:cNvPicPr/>
          <p:nvPr/>
        </p:nvPicPr>
        <p:blipFill>
          <a:blip r:embed="rId1"/>
          <a:stretch>
            <a:fillRect/>
          </a:stretch>
        </p:blipFill>
        <p:spPr>
          <a:xfrm>
            <a:off x="0" y="1001713"/>
            <a:ext cx="9134475" cy="4845050"/>
          </a:xfrm>
          <a:prstGeom prst="rect">
            <a:avLst/>
          </a:prstGeom>
          <a:noFill/>
          <a:ln w="9525">
            <a:noFill/>
          </a:ln>
        </p:spPr>
      </p:pic>
      <p:sp>
        <p:nvSpPr>
          <p:cNvPr id="118787" name="Rectangle 4"/>
          <p:cNvSpPr/>
          <p:nvPr/>
        </p:nvSpPr>
        <p:spPr>
          <a:xfrm>
            <a:off x="2185988" y="110172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18788" name="Rectangle 5"/>
          <p:cNvSpPr/>
          <p:nvPr/>
        </p:nvSpPr>
        <p:spPr>
          <a:xfrm>
            <a:off x="6573838" y="53006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18789" name="Rectangle 6"/>
          <p:cNvSpPr/>
          <p:nvPr/>
        </p:nvSpPr>
        <p:spPr>
          <a:xfrm>
            <a:off x="2344738" y="522763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19810" name="Picture 3"/>
          <p:cNvPicPr/>
          <p:nvPr/>
        </p:nvPicPr>
        <p:blipFill>
          <a:blip r:embed="rId1"/>
          <a:stretch>
            <a:fillRect/>
          </a:stretch>
        </p:blipFill>
        <p:spPr>
          <a:xfrm>
            <a:off x="0" y="1001713"/>
            <a:ext cx="9134475" cy="4845050"/>
          </a:xfrm>
          <a:prstGeom prst="rect">
            <a:avLst/>
          </a:prstGeom>
          <a:noFill/>
          <a:ln w="9525">
            <a:noFill/>
          </a:ln>
        </p:spPr>
      </p:pic>
      <p:sp>
        <p:nvSpPr>
          <p:cNvPr id="119811" name="Rectangle 4"/>
          <p:cNvSpPr/>
          <p:nvPr/>
        </p:nvSpPr>
        <p:spPr>
          <a:xfrm>
            <a:off x="2452688" y="197802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19812" name="Rectangle 5"/>
          <p:cNvSpPr/>
          <p:nvPr/>
        </p:nvSpPr>
        <p:spPr>
          <a:xfrm>
            <a:off x="6364288" y="48053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19813" name="Rectangle 6"/>
          <p:cNvSpPr/>
          <p:nvPr/>
        </p:nvSpPr>
        <p:spPr>
          <a:xfrm>
            <a:off x="2706688" y="48275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0834" name="Picture 3"/>
          <p:cNvPicPr/>
          <p:nvPr/>
        </p:nvPicPr>
        <p:blipFill>
          <a:blip r:embed="rId1"/>
          <a:stretch>
            <a:fillRect/>
          </a:stretch>
        </p:blipFill>
        <p:spPr>
          <a:xfrm>
            <a:off x="0" y="1001713"/>
            <a:ext cx="9134475" cy="4845050"/>
          </a:xfrm>
          <a:prstGeom prst="rect">
            <a:avLst/>
          </a:prstGeom>
          <a:noFill/>
          <a:ln w="9525">
            <a:noFill/>
          </a:ln>
        </p:spPr>
      </p:pic>
      <p:sp>
        <p:nvSpPr>
          <p:cNvPr id="120835" name="Rectangle 4"/>
          <p:cNvSpPr/>
          <p:nvPr/>
        </p:nvSpPr>
        <p:spPr>
          <a:xfrm>
            <a:off x="2566988" y="23018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20836" name="Rectangle 5"/>
          <p:cNvSpPr/>
          <p:nvPr/>
        </p:nvSpPr>
        <p:spPr>
          <a:xfrm>
            <a:off x="6211888" y="486251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0837" name="Rectangle 6"/>
          <p:cNvSpPr/>
          <p:nvPr/>
        </p:nvSpPr>
        <p:spPr>
          <a:xfrm>
            <a:off x="2744788" y="461803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1858" name="Picture 3"/>
          <p:cNvPicPr/>
          <p:nvPr/>
        </p:nvPicPr>
        <p:blipFill>
          <a:blip r:embed="rId1"/>
          <a:stretch>
            <a:fillRect/>
          </a:stretch>
        </p:blipFill>
        <p:spPr>
          <a:xfrm>
            <a:off x="0" y="1001713"/>
            <a:ext cx="9134475" cy="4845050"/>
          </a:xfrm>
          <a:prstGeom prst="rect">
            <a:avLst/>
          </a:prstGeom>
          <a:noFill/>
          <a:ln w="9525">
            <a:noFill/>
          </a:ln>
        </p:spPr>
      </p:pic>
      <p:sp>
        <p:nvSpPr>
          <p:cNvPr id="121859" name="Rectangle 4"/>
          <p:cNvSpPr/>
          <p:nvPr/>
        </p:nvSpPr>
        <p:spPr>
          <a:xfrm>
            <a:off x="2566988" y="262572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21860" name="Rectangle 5"/>
          <p:cNvSpPr/>
          <p:nvPr/>
        </p:nvSpPr>
        <p:spPr>
          <a:xfrm>
            <a:off x="6135688" y="49577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1861" name="Rectangle 6"/>
          <p:cNvSpPr/>
          <p:nvPr/>
        </p:nvSpPr>
        <p:spPr>
          <a:xfrm>
            <a:off x="2744788" y="450373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2882" name="Picture 3"/>
          <p:cNvPicPr/>
          <p:nvPr/>
        </p:nvPicPr>
        <p:blipFill>
          <a:blip r:embed="rId1"/>
          <a:stretch>
            <a:fillRect/>
          </a:stretch>
        </p:blipFill>
        <p:spPr>
          <a:xfrm>
            <a:off x="0" y="1001713"/>
            <a:ext cx="9134475" cy="4845050"/>
          </a:xfrm>
          <a:prstGeom prst="rect">
            <a:avLst/>
          </a:prstGeom>
          <a:noFill/>
          <a:ln w="9525">
            <a:noFill/>
          </a:ln>
        </p:spPr>
      </p:pic>
      <p:sp>
        <p:nvSpPr>
          <p:cNvPr id="122883" name="Rectangle 4"/>
          <p:cNvSpPr/>
          <p:nvPr/>
        </p:nvSpPr>
        <p:spPr>
          <a:xfrm>
            <a:off x="2566988" y="289242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22884" name="Rectangle 5"/>
          <p:cNvSpPr/>
          <p:nvPr/>
        </p:nvSpPr>
        <p:spPr>
          <a:xfrm>
            <a:off x="6116638" y="501491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2885" name="Rectangle 6"/>
          <p:cNvSpPr/>
          <p:nvPr/>
        </p:nvSpPr>
        <p:spPr>
          <a:xfrm>
            <a:off x="2744788" y="435133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3906" name="Picture 3"/>
          <p:cNvPicPr/>
          <p:nvPr/>
        </p:nvPicPr>
        <p:blipFill>
          <a:blip r:embed="rId1"/>
          <a:stretch>
            <a:fillRect/>
          </a:stretch>
        </p:blipFill>
        <p:spPr>
          <a:xfrm>
            <a:off x="0" y="1001713"/>
            <a:ext cx="9134475" cy="4845050"/>
          </a:xfrm>
          <a:prstGeom prst="rect">
            <a:avLst/>
          </a:prstGeom>
          <a:noFill/>
          <a:ln w="9525">
            <a:noFill/>
          </a:ln>
        </p:spPr>
      </p:pic>
      <p:sp>
        <p:nvSpPr>
          <p:cNvPr id="123907" name="Rectangle 4"/>
          <p:cNvSpPr/>
          <p:nvPr/>
        </p:nvSpPr>
        <p:spPr>
          <a:xfrm>
            <a:off x="2566988" y="319722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23908" name="Rectangle 5"/>
          <p:cNvSpPr/>
          <p:nvPr/>
        </p:nvSpPr>
        <p:spPr>
          <a:xfrm>
            <a:off x="6116638" y="509111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3909" name="Rectangle 6"/>
          <p:cNvSpPr/>
          <p:nvPr/>
        </p:nvSpPr>
        <p:spPr>
          <a:xfrm>
            <a:off x="2744788" y="416083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4930" name="Picture 3"/>
          <p:cNvPicPr/>
          <p:nvPr/>
        </p:nvPicPr>
        <p:blipFill>
          <a:blip r:embed="rId1"/>
          <a:stretch>
            <a:fillRect/>
          </a:stretch>
        </p:blipFill>
        <p:spPr>
          <a:xfrm>
            <a:off x="0" y="1001713"/>
            <a:ext cx="9134475" cy="4845050"/>
          </a:xfrm>
          <a:prstGeom prst="rect">
            <a:avLst/>
          </a:prstGeom>
          <a:noFill/>
          <a:ln w="9525">
            <a:noFill/>
          </a:ln>
        </p:spPr>
      </p:pic>
      <p:sp>
        <p:nvSpPr>
          <p:cNvPr id="124931" name="Rectangle 4"/>
          <p:cNvSpPr/>
          <p:nvPr/>
        </p:nvSpPr>
        <p:spPr>
          <a:xfrm>
            <a:off x="2528888" y="361632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24932" name="Rectangle 5"/>
          <p:cNvSpPr/>
          <p:nvPr/>
        </p:nvSpPr>
        <p:spPr>
          <a:xfrm>
            <a:off x="6135688" y="51482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4933" name="Rectangle 6"/>
          <p:cNvSpPr/>
          <p:nvPr/>
        </p:nvSpPr>
        <p:spPr>
          <a:xfrm>
            <a:off x="2744788" y="400843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5954" name="Picture 3"/>
          <p:cNvPicPr/>
          <p:nvPr/>
        </p:nvPicPr>
        <p:blipFill>
          <a:blip r:embed="rId1"/>
          <a:stretch>
            <a:fillRect/>
          </a:stretch>
        </p:blipFill>
        <p:spPr>
          <a:xfrm>
            <a:off x="0" y="1001713"/>
            <a:ext cx="9134475" cy="4845050"/>
          </a:xfrm>
          <a:prstGeom prst="rect">
            <a:avLst/>
          </a:prstGeom>
          <a:noFill/>
          <a:ln w="9525">
            <a:noFill/>
          </a:ln>
        </p:spPr>
      </p:pic>
      <p:sp>
        <p:nvSpPr>
          <p:cNvPr id="125955" name="Rectangle 4"/>
          <p:cNvSpPr/>
          <p:nvPr/>
        </p:nvSpPr>
        <p:spPr>
          <a:xfrm>
            <a:off x="2395538" y="39401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25956" name="Rectangle 5"/>
          <p:cNvSpPr/>
          <p:nvPr/>
        </p:nvSpPr>
        <p:spPr>
          <a:xfrm>
            <a:off x="6307138" y="520541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5957" name="Rectangle 6"/>
          <p:cNvSpPr/>
          <p:nvPr/>
        </p:nvSpPr>
        <p:spPr>
          <a:xfrm>
            <a:off x="2649538" y="37988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6978" name="Picture 3"/>
          <p:cNvPicPr/>
          <p:nvPr/>
        </p:nvPicPr>
        <p:blipFill>
          <a:blip r:embed="rId1"/>
          <a:stretch>
            <a:fillRect/>
          </a:stretch>
        </p:blipFill>
        <p:spPr>
          <a:xfrm>
            <a:off x="0" y="1001713"/>
            <a:ext cx="9134475" cy="4845050"/>
          </a:xfrm>
          <a:prstGeom prst="rect">
            <a:avLst/>
          </a:prstGeom>
          <a:noFill/>
          <a:ln w="9525">
            <a:noFill/>
          </a:ln>
        </p:spPr>
      </p:pic>
      <p:sp>
        <p:nvSpPr>
          <p:cNvPr id="126979" name="Rectangle 4"/>
          <p:cNvSpPr/>
          <p:nvPr/>
        </p:nvSpPr>
        <p:spPr>
          <a:xfrm>
            <a:off x="2166938" y="437832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26980" name="Rectangle 5"/>
          <p:cNvSpPr/>
          <p:nvPr/>
        </p:nvSpPr>
        <p:spPr>
          <a:xfrm>
            <a:off x="6478588" y="53387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6981" name="Rectangle 6"/>
          <p:cNvSpPr/>
          <p:nvPr/>
        </p:nvSpPr>
        <p:spPr>
          <a:xfrm>
            <a:off x="2554288" y="36083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8002" name="Picture 3"/>
          <p:cNvPicPr/>
          <p:nvPr/>
        </p:nvPicPr>
        <p:blipFill>
          <a:blip r:embed="rId1"/>
          <a:stretch>
            <a:fillRect/>
          </a:stretch>
        </p:blipFill>
        <p:spPr>
          <a:xfrm>
            <a:off x="0" y="1001713"/>
            <a:ext cx="9134475" cy="4845050"/>
          </a:xfrm>
          <a:prstGeom prst="rect">
            <a:avLst/>
          </a:prstGeom>
          <a:noFill/>
          <a:ln w="9525">
            <a:noFill/>
          </a:ln>
        </p:spPr>
      </p:pic>
      <p:sp>
        <p:nvSpPr>
          <p:cNvPr id="128003" name="Rectangle 4"/>
          <p:cNvSpPr/>
          <p:nvPr/>
        </p:nvSpPr>
        <p:spPr>
          <a:xfrm>
            <a:off x="1709738" y="5273675"/>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2</a:t>
            </a:r>
            <a:endParaRPr lang="en-US" altLang="zh-CN" sz="2400" baseline="-25000" dirty="0">
              <a:latin typeface="Arial" panose="020B0604020202020204" pitchFamily="34" charset="0"/>
              <a:ea typeface="宋体" panose="02010600030101010101" pitchFamily="2" charset="-122"/>
            </a:endParaRPr>
          </a:p>
        </p:txBody>
      </p:sp>
      <p:sp>
        <p:nvSpPr>
          <p:cNvPr id="128004" name="Rectangle 5"/>
          <p:cNvSpPr/>
          <p:nvPr/>
        </p:nvSpPr>
        <p:spPr>
          <a:xfrm>
            <a:off x="6783388" y="54149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8005" name="Rectangle 6"/>
          <p:cNvSpPr/>
          <p:nvPr/>
        </p:nvSpPr>
        <p:spPr>
          <a:xfrm>
            <a:off x="2192338" y="33416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29026" name="Picture 3"/>
          <p:cNvPicPr/>
          <p:nvPr/>
        </p:nvPicPr>
        <p:blipFill>
          <a:blip r:embed="rId1"/>
          <a:stretch>
            <a:fillRect/>
          </a:stretch>
        </p:blipFill>
        <p:spPr>
          <a:xfrm>
            <a:off x="0" y="1001713"/>
            <a:ext cx="9134475" cy="4845050"/>
          </a:xfrm>
          <a:prstGeom prst="rect">
            <a:avLst/>
          </a:prstGeom>
          <a:noFill/>
          <a:ln w="9525">
            <a:noFill/>
          </a:ln>
        </p:spPr>
      </p:pic>
      <p:sp>
        <p:nvSpPr>
          <p:cNvPr id="129027" name="Rectangle 4"/>
          <p:cNvSpPr/>
          <p:nvPr/>
        </p:nvSpPr>
        <p:spPr>
          <a:xfrm>
            <a:off x="6573838" y="54149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29028" name="Rectangle 5"/>
          <p:cNvSpPr/>
          <p:nvPr/>
        </p:nvSpPr>
        <p:spPr>
          <a:xfrm>
            <a:off x="1906588" y="33416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30050" name="Picture 3"/>
          <p:cNvPicPr/>
          <p:nvPr/>
        </p:nvPicPr>
        <p:blipFill>
          <a:blip r:embed="rId1"/>
          <a:stretch>
            <a:fillRect/>
          </a:stretch>
        </p:blipFill>
        <p:spPr>
          <a:xfrm>
            <a:off x="0" y="1001713"/>
            <a:ext cx="9134475" cy="4845050"/>
          </a:xfrm>
          <a:prstGeom prst="rect">
            <a:avLst/>
          </a:prstGeom>
          <a:noFill/>
          <a:ln w="9525">
            <a:noFill/>
          </a:ln>
        </p:spPr>
      </p:pic>
      <p:sp>
        <p:nvSpPr>
          <p:cNvPr id="130051" name="Rectangle 4"/>
          <p:cNvSpPr/>
          <p:nvPr/>
        </p:nvSpPr>
        <p:spPr>
          <a:xfrm>
            <a:off x="6573838" y="54149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30052" name="Rectangle 5"/>
          <p:cNvSpPr/>
          <p:nvPr/>
        </p:nvSpPr>
        <p:spPr>
          <a:xfrm>
            <a:off x="1906588" y="33416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31074" name="Picture 3"/>
          <p:cNvPicPr/>
          <p:nvPr/>
        </p:nvPicPr>
        <p:blipFill>
          <a:blip r:embed="rId1"/>
          <a:stretch>
            <a:fillRect/>
          </a:stretch>
        </p:blipFill>
        <p:spPr>
          <a:xfrm>
            <a:off x="0" y="1001713"/>
            <a:ext cx="9134475" cy="4845050"/>
          </a:xfrm>
          <a:prstGeom prst="rect">
            <a:avLst/>
          </a:prstGeom>
          <a:noFill/>
          <a:ln w="9525">
            <a:noFill/>
          </a:ln>
        </p:spPr>
      </p:pic>
      <p:sp>
        <p:nvSpPr>
          <p:cNvPr id="131075" name="Rectangle 4"/>
          <p:cNvSpPr/>
          <p:nvPr/>
        </p:nvSpPr>
        <p:spPr>
          <a:xfrm>
            <a:off x="6573838" y="54149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31076" name="Rectangle 5"/>
          <p:cNvSpPr/>
          <p:nvPr/>
        </p:nvSpPr>
        <p:spPr>
          <a:xfrm>
            <a:off x="1906588" y="33416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
        <p:nvSpPr>
          <p:cNvPr id="131077" name="Rectangle 6"/>
          <p:cNvSpPr/>
          <p:nvPr/>
        </p:nvSpPr>
        <p:spPr>
          <a:xfrm>
            <a:off x="288925" y="5970588"/>
            <a:ext cx="729456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Four short-run production functions.</a:t>
            </a:r>
            <a:endParaRPr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br>
              <a:rPr lang="en-US" altLang="zh-CN" dirty="0">
                <a:ea typeface="宋体" panose="02010600030101010101" pitchFamily="2" charset="-122"/>
              </a:rPr>
            </a:br>
            <a:r>
              <a:rPr lang="zh-CN" altLang="en-US" dirty="0">
                <a:ea typeface="宋体" panose="02010600030101010101" pitchFamily="2" charset="-122"/>
              </a:rPr>
              <a:t>长期和短期</a:t>
            </a:r>
            <a:endParaRPr lang="en-US" altLang="zh-CN" dirty="0">
              <a:ea typeface="宋体" panose="02010600030101010101" pitchFamily="2" charset="-122"/>
            </a:endParaRPr>
          </a:p>
        </p:txBody>
      </p:sp>
      <p:graphicFrame>
        <p:nvGraphicFramePr>
          <p:cNvPr id="132098" name="Object 0"/>
          <p:cNvGraphicFramePr/>
          <p:nvPr/>
        </p:nvGraphicFramePr>
        <p:xfrm>
          <a:off x="735013" y="1338263"/>
          <a:ext cx="2178050" cy="638175"/>
        </p:xfrm>
        <a:graphic>
          <a:graphicData uri="http://schemas.openxmlformats.org/presentationml/2006/ole">
            <mc:AlternateContent xmlns:mc="http://schemas.openxmlformats.org/markup-compatibility/2006">
              <mc:Choice xmlns:v="urn:schemas-microsoft-com:vml" Requires="v">
                <p:oleObj spid="_x0000_s3218" name="" r:id="rId1" imgW="1258570" imgH="370205" progId="Equation.2">
                  <p:embed/>
                </p:oleObj>
              </mc:Choice>
              <mc:Fallback>
                <p:oleObj name="" r:id="rId1" imgW="1258570" imgH="370205" progId="Equation.2">
                  <p:embed/>
                  <p:pic>
                    <p:nvPicPr>
                      <p:cNvPr id="0" name="图片 3217"/>
                      <p:cNvPicPr/>
                      <p:nvPr/>
                    </p:nvPicPr>
                    <p:blipFill>
                      <a:blip r:embed="rId2">
                        <a:clrChange>
                          <a:clrFrom>
                            <a:srgbClr val="000000"/>
                          </a:clrFrom>
                          <a:clrTo>
                            <a:srgbClr val="FFFF00"/>
                          </a:clrTo>
                        </a:clrChange>
                      </a:blip>
                      <a:stretch>
                        <a:fillRect/>
                      </a:stretch>
                    </p:blipFill>
                    <p:spPr>
                      <a:xfrm>
                        <a:off x="735013" y="1338263"/>
                        <a:ext cx="2178050" cy="638175"/>
                      </a:xfrm>
                      <a:prstGeom prst="rect">
                        <a:avLst/>
                      </a:prstGeom>
                      <a:noFill/>
                      <a:ln w="38100">
                        <a:noFill/>
                        <a:miter/>
                      </a:ln>
                    </p:spPr>
                  </p:pic>
                </p:oleObj>
              </mc:Fallback>
            </mc:AlternateContent>
          </a:graphicData>
        </a:graphic>
      </p:graphicFrame>
      <p:sp>
        <p:nvSpPr>
          <p:cNvPr id="132099" name="Rectangle 4"/>
          <p:cNvSpPr/>
          <p:nvPr/>
        </p:nvSpPr>
        <p:spPr>
          <a:xfrm>
            <a:off x="646113" y="1493838"/>
            <a:ext cx="8259762" cy="1066800"/>
          </a:xfrm>
          <a:prstGeom prst="rect">
            <a:avLst/>
          </a:prstGeom>
          <a:noFill/>
          <a:ln w="9525">
            <a:noFill/>
          </a:ln>
        </p:spPr>
        <p:txBody>
          <a:bodyPr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                      is the long-run production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function (both x</a:t>
            </a:r>
            <a:r>
              <a:rPr lang="en-US" altLang="zh-CN" baseline="-25000" dirty="0">
                <a:solidFill>
                  <a:schemeClr val="tx1"/>
                </a:solidFill>
                <a:latin typeface="Arial" panose="020B0604020202020204" pitchFamily="34" charset="0"/>
                <a:ea typeface="宋体" panose="02010600030101010101" pitchFamily="2" charset="-122"/>
              </a:rPr>
              <a:t>1</a:t>
            </a:r>
            <a:r>
              <a:rPr lang="en-US" altLang="zh-CN" dirty="0">
                <a:solidFill>
                  <a:schemeClr val="tx1"/>
                </a:solidFill>
                <a:latin typeface="Arial" panose="020B0604020202020204" pitchFamily="34" charset="0"/>
                <a:ea typeface="宋体" panose="02010600030101010101" pitchFamily="2" charset="-122"/>
              </a:rPr>
              <a:t> and x</a:t>
            </a:r>
            <a:r>
              <a:rPr lang="en-US" altLang="zh-CN" baseline="-25000" dirty="0">
                <a:solidFill>
                  <a:schemeClr val="tx1"/>
                </a:solidFill>
                <a:latin typeface="Arial" panose="020B0604020202020204" pitchFamily="34" charset="0"/>
                <a:ea typeface="宋体" panose="02010600030101010101" pitchFamily="2" charset="-122"/>
              </a:rPr>
              <a:t>2</a:t>
            </a:r>
            <a:r>
              <a:rPr lang="en-US" altLang="zh-CN" dirty="0">
                <a:solidFill>
                  <a:schemeClr val="tx1"/>
                </a:solidFill>
                <a:latin typeface="Arial" panose="020B0604020202020204" pitchFamily="34" charset="0"/>
                <a:ea typeface="宋体" panose="02010600030101010101" pitchFamily="2" charset="-122"/>
              </a:rPr>
              <a:t> are variable).</a:t>
            </a:r>
            <a:endParaRPr lang="en-US" altLang="zh-CN" dirty="0">
              <a:solidFill>
                <a:schemeClr val="tx1"/>
              </a:solidFill>
              <a:latin typeface="Arial" panose="020B0604020202020204" pitchFamily="34" charset="0"/>
              <a:ea typeface="宋体" panose="02010600030101010101" pitchFamily="2" charset="-122"/>
            </a:endParaRPr>
          </a:p>
        </p:txBody>
      </p:sp>
      <p:sp>
        <p:nvSpPr>
          <p:cNvPr id="132100" name="Rectangle 5"/>
          <p:cNvSpPr/>
          <p:nvPr/>
        </p:nvSpPr>
        <p:spPr>
          <a:xfrm>
            <a:off x="646113" y="2755900"/>
            <a:ext cx="7912100" cy="155416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short-run production function when</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r>
              <a:rPr lang="en-US" altLang="zh-CN" dirty="0">
                <a:solidFill>
                  <a:schemeClr val="tx1"/>
                </a:solidFill>
                <a:latin typeface="Arial" panose="020B0604020202020204" pitchFamily="34" charset="0"/>
                <a:ea typeface="宋体" panose="02010600030101010101" pitchFamily="2" charset="-122"/>
              </a:rPr>
              <a:t> </a:t>
            </a:r>
            <a:r>
              <a:rPr lang="en-US" altLang="zh-CN" dirty="0">
                <a:solidFill>
                  <a:schemeClr val="tx1"/>
                </a:solidFill>
                <a:latin typeface="Symbol" panose="05050102010706020507" pitchFamily="18" charset="2"/>
                <a:ea typeface="宋体" panose="02010600030101010101" pitchFamily="2" charset="-122"/>
              </a:rPr>
              <a:t>º</a:t>
            </a:r>
            <a:r>
              <a:rPr lang="en-US" altLang="zh-CN" dirty="0">
                <a:solidFill>
                  <a:schemeClr val="tx1"/>
                </a:solidFill>
                <a:latin typeface="Arial" panose="020B0604020202020204" pitchFamily="34" charset="0"/>
                <a:ea typeface="宋体" panose="02010600030101010101" pitchFamily="2" charset="-122"/>
              </a:rPr>
              <a:t> 1 is</a:t>
            </a:r>
            <a:br>
              <a:rPr lang="en-US" altLang="zh-CN" dirty="0">
                <a:solidFill>
                  <a:schemeClr val="tx1"/>
                </a:solidFill>
                <a:latin typeface="Arial" panose="020B0604020202020204" pitchFamily="34" charset="0"/>
                <a:ea typeface="宋体" panose="02010600030101010101" pitchFamily="2" charset="-122"/>
              </a:rPr>
            </a:b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132101" name="Object 1"/>
          <p:cNvGraphicFramePr/>
          <p:nvPr/>
        </p:nvGraphicFramePr>
        <p:xfrm>
          <a:off x="2908300" y="3314700"/>
          <a:ext cx="3546475" cy="609600"/>
        </p:xfrm>
        <a:graphic>
          <a:graphicData uri="http://schemas.openxmlformats.org/presentationml/2006/ole">
            <mc:AlternateContent xmlns:mc="http://schemas.openxmlformats.org/markup-compatibility/2006">
              <mc:Choice xmlns:v="urn:schemas-microsoft-com:vml" Requires="v">
                <p:oleObj spid="_x0000_s3216" name="" r:id="rId3" imgW="2068195" imgH="370205" progId="Equation.3">
                  <p:embed/>
                </p:oleObj>
              </mc:Choice>
              <mc:Fallback>
                <p:oleObj name="" r:id="rId3" imgW="2068195" imgH="370205" progId="Equation.3">
                  <p:embed/>
                  <p:pic>
                    <p:nvPicPr>
                      <p:cNvPr id="0" name="图片 3215"/>
                      <p:cNvPicPr/>
                      <p:nvPr/>
                    </p:nvPicPr>
                    <p:blipFill>
                      <a:blip r:embed="rId4">
                        <a:clrChange>
                          <a:clrFrom>
                            <a:srgbClr val="000000"/>
                          </a:clrFrom>
                          <a:clrTo>
                            <a:srgbClr val="FFFF00"/>
                          </a:clrTo>
                        </a:clrChange>
                      </a:blip>
                      <a:stretch>
                        <a:fillRect/>
                      </a:stretch>
                    </p:blipFill>
                    <p:spPr>
                      <a:xfrm>
                        <a:off x="2908300" y="3314700"/>
                        <a:ext cx="3546475" cy="609600"/>
                      </a:xfrm>
                      <a:prstGeom prst="rect">
                        <a:avLst/>
                      </a:prstGeom>
                      <a:noFill/>
                      <a:ln w="38100">
                        <a:noFill/>
                        <a:miter/>
                      </a:ln>
                    </p:spPr>
                  </p:pic>
                </p:oleObj>
              </mc:Fallback>
            </mc:AlternateContent>
          </a:graphicData>
        </a:graphic>
      </p:graphicFrame>
      <p:sp>
        <p:nvSpPr>
          <p:cNvPr id="132102" name="Rectangle 7"/>
          <p:cNvSpPr/>
          <p:nvPr/>
        </p:nvSpPr>
        <p:spPr>
          <a:xfrm>
            <a:off x="646113" y="4279900"/>
            <a:ext cx="8024812" cy="1554163"/>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The short-run production function when </a:t>
            </a:r>
            <a:br>
              <a:rPr lang="en-US" altLang="zh-CN" dirty="0">
                <a:solidFill>
                  <a:schemeClr val="tx1"/>
                </a:solidFill>
                <a:latin typeface="Arial" panose="020B0604020202020204" pitchFamily="34" charset="0"/>
                <a:ea typeface="宋体" panose="02010600030101010101" pitchFamily="2" charset="-122"/>
              </a:rPr>
            </a:br>
            <a:r>
              <a:rPr lang="en-US" altLang="zh-CN" dirty="0">
                <a:solidFill>
                  <a:schemeClr val="tx1"/>
                </a:solidFill>
                <a:latin typeface="Arial" panose="020B0604020202020204" pitchFamily="34" charset="0"/>
                <a:ea typeface="宋体" panose="02010600030101010101" pitchFamily="2" charset="-122"/>
              </a:rPr>
              <a:t>x</a:t>
            </a:r>
            <a:r>
              <a:rPr lang="en-US" altLang="zh-CN" baseline="-25000" dirty="0">
                <a:solidFill>
                  <a:schemeClr val="tx1"/>
                </a:solidFill>
                <a:latin typeface="Arial" panose="020B0604020202020204" pitchFamily="34" charset="0"/>
                <a:ea typeface="宋体" panose="02010600030101010101" pitchFamily="2" charset="-122"/>
              </a:rPr>
              <a:t>2</a:t>
            </a:r>
            <a:r>
              <a:rPr lang="en-US" altLang="zh-CN" dirty="0">
                <a:solidFill>
                  <a:schemeClr val="tx1"/>
                </a:solidFill>
                <a:latin typeface="Arial" panose="020B0604020202020204" pitchFamily="34" charset="0"/>
                <a:ea typeface="宋体" panose="02010600030101010101" pitchFamily="2" charset="-122"/>
              </a:rPr>
              <a:t> </a:t>
            </a:r>
            <a:r>
              <a:rPr lang="en-US" altLang="zh-CN" dirty="0">
                <a:solidFill>
                  <a:schemeClr val="tx1"/>
                </a:solidFill>
                <a:latin typeface="Symbol" panose="05050102010706020507" pitchFamily="18" charset="2"/>
                <a:ea typeface="宋体" panose="02010600030101010101" pitchFamily="2" charset="-122"/>
              </a:rPr>
              <a:t>º</a:t>
            </a:r>
            <a:r>
              <a:rPr lang="en-US" altLang="zh-CN" dirty="0">
                <a:solidFill>
                  <a:schemeClr val="tx1"/>
                </a:solidFill>
                <a:latin typeface="Arial" panose="020B0604020202020204" pitchFamily="34" charset="0"/>
                <a:ea typeface="宋体" panose="02010600030101010101" pitchFamily="2" charset="-122"/>
              </a:rPr>
              <a:t> 10 is</a:t>
            </a:r>
            <a:br>
              <a:rPr lang="en-US" altLang="zh-CN" dirty="0">
                <a:solidFill>
                  <a:schemeClr val="tx1"/>
                </a:solidFill>
                <a:latin typeface="Arial" panose="020B0604020202020204" pitchFamily="34" charset="0"/>
                <a:ea typeface="宋体" panose="02010600030101010101" pitchFamily="2" charset="-122"/>
              </a:rPr>
            </a:b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132103" name="Object 2"/>
          <p:cNvGraphicFramePr/>
          <p:nvPr/>
        </p:nvGraphicFramePr>
        <p:xfrm>
          <a:off x="2887663" y="4824413"/>
          <a:ext cx="4595812" cy="609600"/>
        </p:xfrm>
        <a:graphic>
          <a:graphicData uri="http://schemas.openxmlformats.org/presentationml/2006/ole">
            <mc:AlternateContent xmlns:mc="http://schemas.openxmlformats.org/markup-compatibility/2006">
              <mc:Choice xmlns:v="urn:schemas-microsoft-com:vml" Requires="v">
                <p:oleObj spid="_x0000_s3219" name="" r:id="rId5" imgW="2677795" imgH="370205" progId="Equation.3">
                  <p:embed/>
                </p:oleObj>
              </mc:Choice>
              <mc:Fallback>
                <p:oleObj name="" r:id="rId5" imgW="2677795" imgH="370205" progId="Equation.3">
                  <p:embed/>
                  <p:pic>
                    <p:nvPicPr>
                      <p:cNvPr id="0" name="图片 3218"/>
                      <p:cNvPicPr/>
                      <p:nvPr/>
                    </p:nvPicPr>
                    <p:blipFill>
                      <a:blip r:embed="rId6">
                        <a:clrChange>
                          <a:clrFrom>
                            <a:srgbClr val="000000"/>
                          </a:clrFrom>
                          <a:clrTo>
                            <a:srgbClr val="FFFF00"/>
                          </a:clrTo>
                        </a:clrChange>
                      </a:blip>
                      <a:stretch>
                        <a:fillRect/>
                      </a:stretch>
                    </p:blipFill>
                    <p:spPr>
                      <a:xfrm>
                        <a:off x="2887663" y="4824413"/>
                        <a:ext cx="4595812" cy="609600"/>
                      </a:xfrm>
                      <a:prstGeom prst="rect">
                        <a:avLst/>
                      </a:prstGeom>
                      <a:noFill/>
                      <a:ln w="38100">
                        <a:noFill/>
                        <a:miter/>
                      </a:ln>
                    </p:spPr>
                  </p:pic>
                </p:oleObj>
              </mc:Fallback>
            </mc:AlternateContent>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Long-Run and the Short-Runs</a:t>
            </a:r>
            <a:endParaRPr lang="en-US" altLang="zh-CN" dirty="0">
              <a:ea typeface="宋体" panose="02010600030101010101" pitchFamily="2" charset="-122"/>
            </a:endParaRPr>
          </a:p>
        </p:txBody>
      </p:sp>
      <p:pic>
        <p:nvPicPr>
          <p:cNvPr id="133122" name="Picture 3"/>
          <p:cNvPicPr/>
          <p:nvPr/>
        </p:nvPicPr>
        <p:blipFill>
          <a:blip r:embed="rId1"/>
          <a:stretch>
            <a:fillRect/>
          </a:stretch>
        </p:blipFill>
        <p:spPr>
          <a:xfrm>
            <a:off x="0" y="1001713"/>
            <a:ext cx="9134475" cy="4845050"/>
          </a:xfrm>
          <a:prstGeom prst="rect">
            <a:avLst/>
          </a:prstGeom>
          <a:noFill/>
          <a:ln w="9525">
            <a:noFill/>
          </a:ln>
        </p:spPr>
      </p:pic>
      <p:sp>
        <p:nvSpPr>
          <p:cNvPr id="133123" name="Rectangle 4"/>
          <p:cNvSpPr/>
          <p:nvPr/>
        </p:nvSpPr>
        <p:spPr>
          <a:xfrm>
            <a:off x="6573838" y="5414963"/>
            <a:ext cx="466725"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x</a:t>
            </a:r>
            <a:r>
              <a:rPr lang="en-US" altLang="zh-CN" sz="2400" baseline="-25000" dirty="0">
                <a:latin typeface="Arial" panose="020B0604020202020204" pitchFamily="34" charset="0"/>
                <a:ea typeface="宋体" panose="02010600030101010101" pitchFamily="2" charset="-122"/>
              </a:rPr>
              <a:t>1</a:t>
            </a:r>
            <a:endParaRPr lang="en-US" altLang="zh-CN" sz="2400" baseline="-25000" dirty="0">
              <a:latin typeface="Arial" panose="020B0604020202020204" pitchFamily="34" charset="0"/>
              <a:ea typeface="宋体" panose="02010600030101010101" pitchFamily="2" charset="-122"/>
            </a:endParaRPr>
          </a:p>
        </p:txBody>
      </p:sp>
      <p:sp>
        <p:nvSpPr>
          <p:cNvPr id="133124" name="Rectangle 5"/>
          <p:cNvSpPr/>
          <p:nvPr/>
        </p:nvSpPr>
        <p:spPr>
          <a:xfrm>
            <a:off x="1906588" y="3341688"/>
            <a:ext cx="354012" cy="457200"/>
          </a:xfrm>
          <a:prstGeom prst="rect">
            <a:avLst/>
          </a:prstGeom>
          <a:noFill/>
          <a:ln w="9525">
            <a:noFill/>
          </a:ln>
        </p:spPr>
        <p:txBody>
          <a:bodyPr wrap="none" lIns="92075" tIns="46038" rIns="92075" bIns="46038" anchor="t" anchorCtr="0">
            <a:spAutoFit/>
          </a:bodyPr>
          <a:p>
            <a:pPr eaLnBrk="0" hangingPunct="0">
              <a:buSzTx/>
            </a:pPr>
            <a:r>
              <a:rPr lang="en-US" altLang="zh-CN" sz="2400" dirty="0">
                <a:latin typeface="Arial" panose="020B0604020202020204" pitchFamily="34" charset="0"/>
                <a:ea typeface="宋体" panose="02010600030101010101" pitchFamily="2" charset="-122"/>
              </a:rPr>
              <a:t>y</a:t>
            </a:r>
            <a:endParaRPr lang="en-US" altLang="zh-CN" sz="2400" dirty="0">
              <a:latin typeface="Arial" panose="020B0604020202020204" pitchFamily="34" charset="0"/>
              <a:ea typeface="宋体" panose="02010600030101010101" pitchFamily="2" charset="-122"/>
            </a:endParaRPr>
          </a:p>
        </p:txBody>
      </p:sp>
      <p:sp>
        <p:nvSpPr>
          <p:cNvPr id="133125" name="Rectangle 6"/>
          <p:cNvSpPr/>
          <p:nvPr/>
        </p:nvSpPr>
        <p:spPr>
          <a:xfrm>
            <a:off x="288925" y="5970588"/>
            <a:ext cx="7294563" cy="579437"/>
          </a:xfrm>
          <a:prstGeom prst="rect">
            <a:avLst/>
          </a:prstGeom>
          <a:noFill/>
          <a:ln w="9525">
            <a:noFill/>
          </a:ln>
        </p:spPr>
        <p:txBody>
          <a:bodyPr wrap="none" lIns="92075" tIns="46038" rIns="92075" bIns="46038" anchor="t" anchorCtr="0">
            <a:spAutoFit/>
          </a:bodyPr>
          <a:p>
            <a:pPr eaLnBrk="0" hangingPunct="0">
              <a:buSzTx/>
            </a:pPr>
            <a:r>
              <a:rPr lang="en-US" altLang="zh-CN" dirty="0">
                <a:solidFill>
                  <a:schemeClr val="tx1"/>
                </a:solidFill>
                <a:latin typeface="Arial" panose="020B0604020202020204" pitchFamily="34" charset="0"/>
                <a:ea typeface="宋体" panose="02010600030101010101" pitchFamily="2" charset="-122"/>
              </a:rPr>
              <a:t>Four short-run production functions.</a:t>
            </a:r>
            <a:endParaRPr lang="en-US" altLang="zh-CN" dirty="0">
              <a:solidFill>
                <a:schemeClr val="tx1"/>
              </a:solidFill>
              <a:latin typeface="Arial" panose="020B0604020202020204" pitchFamily="34" charset="0"/>
              <a:ea typeface="宋体" panose="02010600030101010101" pitchFamily="2" charset="-122"/>
            </a:endParaRPr>
          </a:p>
        </p:txBody>
      </p:sp>
      <p:graphicFrame>
        <p:nvGraphicFramePr>
          <p:cNvPr id="133126" name="Object 0"/>
          <p:cNvGraphicFramePr/>
          <p:nvPr/>
        </p:nvGraphicFramePr>
        <p:xfrm>
          <a:off x="7061200" y="1603375"/>
          <a:ext cx="1781175" cy="439738"/>
        </p:xfrm>
        <a:graphic>
          <a:graphicData uri="http://schemas.openxmlformats.org/presentationml/2006/ole">
            <mc:AlternateContent xmlns:mc="http://schemas.openxmlformats.org/markup-compatibility/2006">
              <mc:Choice xmlns:v="urn:schemas-microsoft-com:vml" Requires="v">
                <p:oleObj spid="_x0000_s3215" name="" r:id="rId2" imgW="1415415" imgH="370205" progId="Equation.3">
                  <p:embed/>
                </p:oleObj>
              </mc:Choice>
              <mc:Fallback>
                <p:oleObj name="" r:id="rId2" imgW="1415415" imgH="370205" progId="Equation.3">
                  <p:embed/>
                  <p:pic>
                    <p:nvPicPr>
                      <p:cNvPr id="0" name="图片 3214"/>
                      <p:cNvPicPr/>
                      <p:nvPr/>
                    </p:nvPicPr>
                    <p:blipFill>
                      <a:blip r:embed="rId3">
                        <a:clrChange>
                          <a:clrFrom>
                            <a:srgbClr val="000000"/>
                          </a:clrFrom>
                          <a:clrTo>
                            <a:srgbClr val="33CC33"/>
                          </a:clrTo>
                        </a:clrChange>
                      </a:blip>
                      <a:stretch>
                        <a:fillRect/>
                      </a:stretch>
                    </p:blipFill>
                    <p:spPr>
                      <a:xfrm>
                        <a:off x="7061200" y="1603375"/>
                        <a:ext cx="1781175" cy="439738"/>
                      </a:xfrm>
                      <a:prstGeom prst="rect">
                        <a:avLst/>
                      </a:prstGeom>
                      <a:noFill/>
                      <a:ln w="38100">
                        <a:noFill/>
                        <a:miter/>
                      </a:ln>
                    </p:spPr>
                  </p:pic>
                </p:oleObj>
              </mc:Fallback>
            </mc:AlternateContent>
          </a:graphicData>
        </a:graphic>
      </p:graphicFrame>
      <p:graphicFrame>
        <p:nvGraphicFramePr>
          <p:cNvPr id="133127" name="Object 1"/>
          <p:cNvGraphicFramePr/>
          <p:nvPr/>
        </p:nvGraphicFramePr>
        <p:xfrm>
          <a:off x="7134225" y="2317750"/>
          <a:ext cx="1636713" cy="438150"/>
        </p:xfrm>
        <a:graphic>
          <a:graphicData uri="http://schemas.openxmlformats.org/presentationml/2006/ole">
            <mc:AlternateContent xmlns:mc="http://schemas.openxmlformats.org/markup-compatibility/2006">
              <mc:Choice xmlns:v="urn:schemas-microsoft-com:vml" Requires="v">
                <p:oleObj spid="_x0000_s3217" name="" r:id="rId4" imgW="1301750" imgH="370205" progId="Equation.3">
                  <p:embed/>
                </p:oleObj>
              </mc:Choice>
              <mc:Fallback>
                <p:oleObj name="" r:id="rId4" imgW="1301750" imgH="370205" progId="Equation.3">
                  <p:embed/>
                  <p:pic>
                    <p:nvPicPr>
                      <p:cNvPr id="0" name="图片 3216"/>
                      <p:cNvPicPr/>
                      <p:nvPr/>
                    </p:nvPicPr>
                    <p:blipFill>
                      <a:blip r:embed="rId5">
                        <a:clrChange>
                          <a:clrFrom>
                            <a:srgbClr val="000000"/>
                          </a:clrFrom>
                          <a:clrTo>
                            <a:srgbClr val="33CC33"/>
                          </a:clrTo>
                        </a:clrChange>
                      </a:blip>
                      <a:stretch>
                        <a:fillRect/>
                      </a:stretch>
                    </p:blipFill>
                    <p:spPr>
                      <a:xfrm>
                        <a:off x="7134225" y="2317750"/>
                        <a:ext cx="1636713" cy="438150"/>
                      </a:xfrm>
                      <a:prstGeom prst="rect">
                        <a:avLst/>
                      </a:prstGeom>
                      <a:noFill/>
                      <a:ln w="38100">
                        <a:noFill/>
                        <a:miter/>
                      </a:ln>
                    </p:spPr>
                  </p:pic>
                </p:oleObj>
              </mc:Fallback>
            </mc:AlternateContent>
          </a:graphicData>
        </a:graphic>
      </p:graphicFrame>
      <p:graphicFrame>
        <p:nvGraphicFramePr>
          <p:cNvPr id="133128" name="Object 2"/>
          <p:cNvGraphicFramePr/>
          <p:nvPr/>
        </p:nvGraphicFramePr>
        <p:xfrm>
          <a:off x="7134225" y="3051175"/>
          <a:ext cx="1636713" cy="438150"/>
        </p:xfrm>
        <a:graphic>
          <a:graphicData uri="http://schemas.openxmlformats.org/presentationml/2006/ole">
            <mc:AlternateContent xmlns:mc="http://schemas.openxmlformats.org/markup-compatibility/2006">
              <mc:Choice xmlns:v="urn:schemas-microsoft-com:vml" Requires="v">
                <p:oleObj spid="_x0000_s3220" name="" r:id="rId6" imgW="1301750" imgH="370205" progId="Equation.3">
                  <p:embed/>
                </p:oleObj>
              </mc:Choice>
              <mc:Fallback>
                <p:oleObj name="" r:id="rId6" imgW="1301750" imgH="370205" progId="Equation.3">
                  <p:embed/>
                  <p:pic>
                    <p:nvPicPr>
                      <p:cNvPr id="0" name="图片 3219"/>
                      <p:cNvPicPr/>
                      <p:nvPr/>
                    </p:nvPicPr>
                    <p:blipFill>
                      <a:blip r:embed="rId7">
                        <a:clrChange>
                          <a:clrFrom>
                            <a:srgbClr val="000000"/>
                          </a:clrFrom>
                          <a:clrTo>
                            <a:srgbClr val="33CC33"/>
                          </a:clrTo>
                        </a:clrChange>
                      </a:blip>
                      <a:stretch>
                        <a:fillRect/>
                      </a:stretch>
                    </p:blipFill>
                    <p:spPr>
                      <a:xfrm>
                        <a:off x="7134225" y="3051175"/>
                        <a:ext cx="1636713" cy="438150"/>
                      </a:xfrm>
                      <a:prstGeom prst="rect">
                        <a:avLst/>
                      </a:prstGeom>
                      <a:noFill/>
                      <a:ln w="38100">
                        <a:noFill/>
                        <a:miter/>
                      </a:ln>
                    </p:spPr>
                  </p:pic>
                </p:oleObj>
              </mc:Fallback>
            </mc:AlternateContent>
          </a:graphicData>
        </a:graphic>
      </p:graphicFrame>
      <p:graphicFrame>
        <p:nvGraphicFramePr>
          <p:cNvPr id="133129" name="Object 3"/>
          <p:cNvGraphicFramePr/>
          <p:nvPr/>
        </p:nvGraphicFramePr>
        <p:xfrm>
          <a:off x="7145338" y="3498850"/>
          <a:ext cx="1606550" cy="428625"/>
        </p:xfrm>
        <a:graphic>
          <a:graphicData uri="http://schemas.openxmlformats.org/presentationml/2006/ole">
            <mc:AlternateContent xmlns:mc="http://schemas.openxmlformats.org/markup-compatibility/2006">
              <mc:Choice xmlns:v="urn:schemas-microsoft-com:vml" Requires="v">
                <p:oleObj spid="_x0000_s3221" name="" r:id="rId8" imgW="1284605" imgH="370205" progId="Equation.3">
                  <p:embed/>
                </p:oleObj>
              </mc:Choice>
              <mc:Fallback>
                <p:oleObj name="" r:id="rId8" imgW="1284605" imgH="370205" progId="Equation.3">
                  <p:embed/>
                  <p:pic>
                    <p:nvPicPr>
                      <p:cNvPr id="0" name="图片 3220"/>
                      <p:cNvPicPr/>
                      <p:nvPr/>
                    </p:nvPicPr>
                    <p:blipFill>
                      <a:blip r:embed="rId9">
                        <a:clrChange>
                          <a:clrFrom>
                            <a:srgbClr val="000000"/>
                          </a:clrFrom>
                          <a:clrTo>
                            <a:srgbClr val="33CC33"/>
                          </a:clrTo>
                        </a:clrChange>
                      </a:blip>
                      <a:stretch>
                        <a:fillRect/>
                      </a:stretch>
                    </p:blipFill>
                    <p:spPr>
                      <a:xfrm>
                        <a:off x="7145338" y="3498850"/>
                        <a:ext cx="1606550" cy="428625"/>
                      </a:xfrm>
                      <a:prstGeom prst="rect">
                        <a:avLst/>
                      </a:prstGeom>
                      <a:noFill/>
                      <a:ln w="38100">
                        <a:noFill/>
                        <a:miter/>
                      </a:ln>
                    </p:spPr>
                  </p:pic>
                </p:oleObj>
              </mc:Fallback>
            </mc:AlternateContent>
          </a:graphicData>
        </a:graphic>
      </p:graphicFrame>
    </p:spTree>
  </p:cSld>
  <p:clrMapOvr>
    <a:masterClrMapping/>
  </p:clrMapOvr>
</p:sld>
</file>

<file path=ppt/theme/theme1.xml><?xml version="1.0" encoding="utf-8"?>
<a:theme xmlns:a="http://schemas.openxmlformats.org/drawingml/2006/main" name="Lines On Blue">
  <a:themeElements>
    <a:clrScheme name="Lines On Blue 1">
      <a:dk1>
        <a:srgbClr val="000000"/>
      </a:dk1>
      <a:lt1>
        <a:srgbClr val="FFFFFF"/>
      </a:lt1>
      <a:dk2>
        <a:srgbClr val="000000"/>
      </a:dk2>
      <a:lt2>
        <a:srgbClr val="FFFF00"/>
      </a:lt2>
      <a:accent1>
        <a:srgbClr val="FF9933"/>
      </a:accent1>
      <a:accent2>
        <a:srgbClr val="0000FF"/>
      </a:accent2>
      <a:accent3>
        <a:srgbClr val="AAAAAA"/>
      </a:accent3>
      <a:accent4>
        <a:srgbClr val="DADADA"/>
      </a:accent4>
      <a:accent5>
        <a:srgbClr val="FFCAAD"/>
      </a:accent5>
      <a:accent6>
        <a:srgbClr val="0000E7"/>
      </a:accent6>
      <a:hlink>
        <a:srgbClr val="FF33CC"/>
      </a:hlink>
      <a:folHlink>
        <a:srgbClr val="000080"/>
      </a:folHlink>
    </a:clrScheme>
    <a:fontScheme name="Lines On Blu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Lines On Blue 1">
        <a:dk1>
          <a:srgbClr val="000000"/>
        </a:dk1>
        <a:lt1>
          <a:srgbClr val="FFFFFF"/>
        </a:lt1>
        <a:dk2>
          <a:srgbClr val="000000"/>
        </a:dk2>
        <a:lt2>
          <a:srgbClr val="FFFF00"/>
        </a:lt2>
        <a:accent1>
          <a:srgbClr val="FF9933"/>
        </a:accent1>
        <a:accent2>
          <a:srgbClr val="0000FF"/>
        </a:accent2>
        <a:accent3>
          <a:srgbClr val="AAAAAA"/>
        </a:accent3>
        <a:accent4>
          <a:srgbClr val="DADADA"/>
        </a:accent4>
        <a:accent5>
          <a:srgbClr val="FFCAAD"/>
        </a:accent5>
        <a:accent6>
          <a:srgbClr val="0000E7"/>
        </a:accent6>
        <a:hlink>
          <a:srgbClr val="FF33CC"/>
        </a:hlink>
        <a:folHlink>
          <a:srgbClr val="000080"/>
        </a:folHlink>
      </a:clrScheme>
      <a:clrMap bg1="dk2" tx1="lt1" bg2="dk1" tx2="lt2" accent1="accent1" accent2="accent2" accent3="accent3" accent4="accent4" accent5="accent5" accent6="accent6" hlink="hlink" folHlink="folHlink"/>
    </a:extraClrScheme>
    <a:extraClrScheme>
      <a:clrScheme name="Lines On Blue 2">
        <a:dk1>
          <a:srgbClr val="000000"/>
        </a:dk1>
        <a:lt1>
          <a:srgbClr val="CCCCFF"/>
        </a:lt1>
        <a:dk2>
          <a:srgbClr val="660066"/>
        </a:dk2>
        <a:lt2>
          <a:srgbClr val="99CCFF"/>
        </a:lt2>
        <a:accent1>
          <a:srgbClr val="33CCFF"/>
        </a:accent1>
        <a:accent2>
          <a:srgbClr val="6699FF"/>
        </a:accent2>
        <a:accent3>
          <a:srgbClr val="E2E2FF"/>
        </a:accent3>
        <a:accent4>
          <a:srgbClr val="000000"/>
        </a:accent4>
        <a:accent5>
          <a:srgbClr val="ADE2FF"/>
        </a:accent5>
        <a:accent6>
          <a:srgbClr val="5C8AE7"/>
        </a:accent6>
        <a:hlink>
          <a:srgbClr val="6666FF"/>
        </a:hlink>
        <a:folHlink>
          <a:srgbClr val="CC99FF"/>
        </a:folHlink>
      </a:clrScheme>
      <a:clrMap bg1="lt1" tx1="dk1" bg2="lt2" tx2="dk2" accent1="accent1" accent2="accent2" accent3="accent3" accent4="accent4" accent5="accent5" accent6="accent6" hlink="hlink" folHlink="folHlink"/>
    </a:extraClrScheme>
    <a:extraClrScheme>
      <a:clrScheme name="Lines On Blue 3">
        <a:dk1>
          <a:srgbClr val="000000"/>
        </a:dk1>
        <a:lt1>
          <a:srgbClr val="FFFFFF"/>
        </a:lt1>
        <a:dk2>
          <a:srgbClr val="000000"/>
        </a:dk2>
        <a:lt2>
          <a:srgbClr val="FFFFFF"/>
        </a:lt2>
        <a:accent1>
          <a:srgbClr val="EAEAEA"/>
        </a:accent1>
        <a:accent2>
          <a:srgbClr val="969696"/>
        </a:accent2>
        <a:accent3>
          <a:srgbClr val="FFFFFF"/>
        </a:accent3>
        <a:accent4>
          <a:srgbClr val="000000"/>
        </a:accent4>
        <a:accent5>
          <a:srgbClr val="F3F3F3"/>
        </a:accent5>
        <a:accent6>
          <a:srgbClr val="878787"/>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Lines On Blue 4">
        <a:dk1>
          <a:srgbClr val="000066"/>
        </a:dk1>
        <a:lt1>
          <a:srgbClr val="EAEAEA"/>
        </a:lt1>
        <a:dk2>
          <a:srgbClr val="660066"/>
        </a:dk2>
        <a:lt2>
          <a:srgbClr val="CBCBCB"/>
        </a:lt2>
        <a:accent1>
          <a:srgbClr val="330099"/>
        </a:accent1>
        <a:accent2>
          <a:srgbClr val="FF7C80"/>
        </a:accent2>
        <a:accent3>
          <a:srgbClr val="B8AAB8"/>
        </a:accent3>
        <a:accent4>
          <a:srgbClr val="C8C8C8"/>
        </a:accent4>
        <a:accent5>
          <a:srgbClr val="ADAACA"/>
        </a:accent5>
        <a:accent6>
          <a:srgbClr val="E77073"/>
        </a:accent6>
        <a:hlink>
          <a:srgbClr val="6666FF"/>
        </a:hlink>
        <a:folHlink>
          <a:srgbClr val="D60093"/>
        </a:folHlink>
      </a:clrScheme>
      <a:clrMap bg1="dk2" tx1="lt1" bg2="dk1" tx2="lt2" accent1="accent1" accent2="accent2" accent3="accent3" accent4="accent4" accent5="accent5" accent6="accent6" hlink="hlink" folHlink="folHlink"/>
    </a:extraClrScheme>
    <a:extraClrScheme>
      <a:clrScheme name="Lines On Blue 5">
        <a:dk1>
          <a:srgbClr val="000080"/>
        </a:dk1>
        <a:lt1>
          <a:srgbClr val="EAEAEA"/>
        </a:lt1>
        <a:dk2>
          <a:srgbClr val="9933FF"/>
        </a:dk2>
        <a:lt2>
          <a:srgbClr val="CBCBCB"/>
        </a:lt2>
        <a:accent1>
          <a:srgbClr val="00CC99"/>
        </a:accent1>
        <a:accent2>
          <a:srgbClr val="00CCFF"/>
        </a:accent2>
        <a:accent3>
          <a:srgbClr val="CAADFF"/>
        </a:accent3>
        <a:accent4>
          <a:srgbClr val="C8C8C8"/>
        </a:accent4>
        <a:accent5>
          <a:srgbClr val="AAE2CA"/>
        </a:accent5>
        <a:accent6>
          <a:srgbClr val="00B9E7"/>
        </a:accent6>
        <a:hlink>
          <a:srgbClr val="6666FF"/>
        </a:hlink>
        <a:folHlink>
          <a:srgbClr val="CC99FF"/>
        </a:folHlink>
      </a:clrScheme>
      <a:clrMap bg1="dk2" tx1="lt1" bg2="dk1" tx2="lt2" accent1="accent1" accent2="accent2" accent3="accent3" accent4="accent4" accent5="accent5" accent6="accent6" hlink="hlink" folHlink="folHlink"/>
    </a:extraClrScheme>
    <a:extraClrScheme>
      <a:clrScheme name="Lines On Blue 6">
        <a:dk1>
          <a:srgbClr val="000000"/>
        </a:dk1>
        <a:lt1>
          <a:srgbClr val="FFFFCC"/>
        </a:lt1>
        <a:dk2>
          <a:srgbClr val="660066"/>
        </a:dk2>
        <a:lt2>
          <a:srgbClr val="FFFFFF"/>
        </a:lt2>
        <a:accent1>
          <a:srgbClr val="99CCFF"/>
        </a:accent1>
        <a:accent2>
          <a:srgbClr val="FFCC99"/>
        </a:accent2>
        <a:accent3>
          <a:srgbClr val="FFFFE2"/>
        </a:accent3>
        <a:accent4>
          <a:srgbClr val="000000"/>
        </a:accent4>
        <a:accent5>
          <a:srgbClr val="CAE2FF"/>
        </a:accent5>
        <a:accent6>
          <a:srgbClr val="E7B98A"/>
        </a:accent6>
        <a:hlink>
          <a:srgbClr val="CCCCFF"/>
        </a:hlink>
        <a:folHlink>
          <a:srgbClr val="FFCC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Lines On Blue 1">
    <a:dk1>
      <a:srgbClr val="000000"/>
    </a:dk1>
    <a:lt1>
      <a:srgbClr val="FFFFFF"/>
    </a:lt1>
    <a:dk2>
      <a:srgbClr val="000000"/>
    </a:dk2>
    <a:lt2>
      <a:srgbClr val="FFFF00"/>
    </a:lt2>
    <a:accent1>
      <a:srgbClr val="FF9933"/>
    </a:accent1>
    <a:accent2>
      <a:srgbClr val="0000FF"/>
    </a:accent2>
    <a:accent3>
      <a:srgbClr val="AAAAAA"/>
    </a:accent3>
    <a:accent4>
      <a:srgbClr val="DADADA"/>
    </a:accent4>
    <a:accent5>
      <a:srgbClr val="FFCAAD"/>
    </a:accent5>
    <a:accent6>
      <a:srgbClr val="0000E7"/>
    </a:accent6>
    <a:hlink>
      <a:srgbClr val="FF33CC"/>
    </a:hlink>
    <a:folHlink>
      <a:srgbClr val="000080"/>
    </a:folHlink>
  </a:clrScheme>
</a:themeOverride>
</file>

<file path=docProps/app.xml><?xml version="1.0" encoding="utf-8"?>
<Properties xmlns="http://schemas.openxmlformats.org/officeDocument/2006/extended-properties" xmlns:vt="http://schemas.openxmlformats.org/officeDocument/2006/docPropsVTypes">
  <Template>C:\MSOffice\Templates\Presentation Designs\Lines On Blue.pot</Template>
  <TotalTime>0</TotalTime>
  <Words>14519</Words>
  <Application>WPS 演示</Application>
  <PresentationFormat>全屏显示(4:3)</PresentationFormat>
  <Paragraphs>1053</Paragraphs>
  <Slides>127</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149</vt:i4>
      </vt:variant>
      <vt:variant>
        <vt:lpstr>幻灯片标题</vt:lpstr>
      </vt:variant>
      <vt:variant>
        <vt:i4>127</vt:i4>
      </vt:variant>
    </vt:vector>
  </HeadingPairs>
  <TitlesOfParts>
    <vt:vector size="284" baseType="lpstr">
      <vt:lpstr>Arial</vt:lpstr>
      <vt:lpstr>宋体</vt:lpstr>
      <vt:lpstr>Wingdings</vt:lpstr>
      <vt:lpstr>Times New Roman</vt:lpstr>
      <vt:lpstr>Symbol</vt:lpstr>
      <vt:lpstr>Times New Roman</vt:lpstr>
      <vt:lpstr>Arial Unicode MS</vt:lpstr>
      <vt:lpstr>Lines On Blue</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Equation.3</vt:lpstr>
      <vt:lpstr>Equation.3</vt:lpstr>
      <vt:lpstr>Equation.3</vt:lpstr>
      <vt:lpstr>Equation.3</vt:lpstr>
      <vt:lpstr>Equation.3</vt:lpstr>
      <vt:lpstr>Equation.3</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Equation.3</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Equation.3</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Equation.3</vt:lpstr>
      <vt:lpstr>Equation.2</vt:lpstr>
      <vt:lpstr>Equation.2</vt:lpstr>
      <vt:lpstr>Equation.2</vt:lpstr>
      <vt:lpstr>Equation.2</vt:lpstr>
      <vt:lpstr>Equation.2</vt:lpstr>
      <vt:lpstr>Equation.2</vt:lpstr>
      <vt:lpstr>Equation.2</vt:lpstr>
      <vt:lpstr>Equation.2</vt:lpstr>
      <vt:lpstr>Equation.2</vt:lpstr>
      <vt:lpstr>Equation.2</vt:lpstr>
      <vt:lpstr>MS_ClipArt_Gallery.2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Technologies</dc:title>
  <dc:creator>LSA Media Services, PC-69</dc:creator>
  <cp:lastModifiedBy>蒋士成</cp:lastModifiedBy>
  <cp:revision>64</cp:revision>
  <dcterms:created xsi:type="dcterms:W3CDTF">1996-06-17T15:26:23Z</dcterms:created>
  <dcterms:modified xsi:type="dcterms:W3CDTF">2023-12-29T07:12:37Z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C989E4A0F4E24264957073939AEE3119_13</vt:lpwstr>
  </property>
</Properties>
</file>